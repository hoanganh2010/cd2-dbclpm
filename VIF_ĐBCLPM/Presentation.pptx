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5"/>
  </p:notesMasterIdLst>
  <p:sldIdLst>
    <p:sldId id="256" r:id="rId2"/>
    <p:sldId id="257" r:id="rId3"/>
    <p:sldId id="258" r:id="rId4"/>
    <p:sldId id="259" r:id="rId5"/>
    <p:sldId id="260" r:id="rId6"/>
    <p:sldId id="300" r:id="rId7"/>
    <p:sldId id="261" r:id="rId8"/>
    <p:sldId id="262" r:id="rId9"/>
    <p:sldId id="263" r:id="rId10"/>
    <p:sldId id="264" r:id="rId11"/>
    <p:sldId id="272" r:id="rId12"/>
    <p:sldId id="266" r:id="rId13"/>
    <p:sldId id="301" r:id="rId14"/>
    <p:sldId id="305" r:id="rId15"/>
    <p:sldId id="306" r:id="rId16"/>
    <p:sldId id="268" r:id="rId17"/>
    <p:sldId id="302" r:id="rId18"/>
    <p:sldId id="307" r:id="rId19"/>
    <p:sldId id="308" r:id="rId20"/>
    <p:sldId id="309" r:id="rId21"/>
    <p:sldId id="304" r:id="rId22"/>
    <p:sldId id="281" r:id="rId23"/>
    <p:sldId id="271" r:id="rId24"/>
  </p:sldIdLst>
  <p:sldSz cx="9144000" cy="5143500" type="screen16x9"/>
  <p:notesSz cx="6858000" cy="9144000"/>
  <p:embeddedFontLst>
    <p:embeddedFont>
      <p:font typeface="Amatic SC" panose="020B0604020202020204" charset="-79"/>
      <p:regular r:id="rId26"/>
      <p:bold r:id="rId27"/>
    </p:embeddedFont>
    <p:embeddedFont>
      <p:font typeface="Anonymous Pro" panose="020B0604020202020204" charset="0"/>
      <p:regular r:id="rId28"/>
      <p:bold r:id="rId29"/>
      <p:italic r:id="rId30"/>
      <p:boldItalic r:id="rId31"/>
    </p:embeddedFont>
    <p:embeddedFont>
      <p:font typeface="Roboto Mono Medium" panose="020B0604020202020204" charset="0"/>
      <p:regular r:id="rId32"/>
      <p:bold r:id="rId33"/>
      <p:italic r:id="rId34"/>
      <p:boldItalic r:id="rId35"/>
    </p:embeddedFont>
    <p:embeddedFont>
      <p:font typeface="Concert One" panose="020B0604020202020204" charset="-93"/>
      <p:regular r:id="rId36"/>
    </p:embeddedFont>
    <p:embeddedFont>
      <p:font typeface="Coming Soon" panose="020B0604020202020204" charset="0"/>
      <p:regular r:id="rId37"/>
    </p:embeddedFont>
    <p:embeddedFont>
      <p:font typeface="Arial Unicode MS" panose="020B0604020202020204" pitchFamily="34" charset="-128"/>
      <p:regular r:id="rId38"/>
    </p:embeddedFont>
    <p:embeddedFont>
      <p:font typeface="Calibri" panose="020F050202020403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AAA37FE-AF7B-457D-9582-B5DE62B05160}">
  <a:tblStyle styleId="{2AAA37FE-AF7B-457D-9582-B5DE62B05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61" autoAdjust="0"/>
    <p:restoredTop sz="94660"/>
  </p:normalViewPr>
  <p:slideViewPr>
    <p:cSldViewPr snapToGrid="0">
      <p:cViewPr varScale="1">
        <p:scale>
          <a:sx n="111" d="100"/>
          <a:sy n="111" d="100"/>
        </p:scale>
        <p:origin x="91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6030812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4466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853034354b_0_247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853034354b_0_24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9660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777e31443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777e31443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0389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1985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777e31443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777e31443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4780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3760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9764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853034354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853034354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3917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854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8506521a88_4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8506521a88_4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5036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853034354b_0_24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853034354b_0_24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0783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853034354b_0_24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853034354b_0_24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2065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1467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853034354b_0_248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853034354b_0_248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8211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4330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189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853034354b_0_24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853034354b_0_24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3123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853034354b_0_24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853034354b_0_24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12828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853034354b_0_24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853034354b_0_24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37074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853034354b_0_24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853034354b_0_24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8749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6578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853034354b_0_248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853034354b_0_248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14741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853034354b_0_24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853034354b_0_24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2888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0" name="Google Shape;10;p2"/>
          <p:cNvPicPr preferRelativeResize="0"/>
          <p:nvPr/>
        </p:nvPicPr>
        <p:blipFill rotWithShape="1">
          <a:blip r:embed="rId3">
            <a:alphaModFix/>
          </a:blip>
          <a:srcRect b="61089"/>
          <a:stretch/>
        </p:blipFill>
        <p:spPr>
          <a:xfrm rot="-620881">
            <a:off x="1853551" y="40483"/>
            <a:ext cx="2068426" cy="1772790"/>
          </a:xfrm>
          <a:prstGeom prst="rect">
            <a:avLst/>
          </a:prstGeom>
          <a:noFill/>
          <a:ln>
            <a:noFill/>
          </a:ln>
        </p:spPr>
      </p:pic>
      <p:pic>
        <p:nvPicPr>
          <p:cNvPr id="11" name="Google Shape;11;p2"/>
          <p:cNvPicPr preferRelativeResize="0"/>
          <p:nvPr/>
        </p:nvPicPr>
        <p:blipFill rotWithShape="1">
          <a:blip r:embed="rId4">
            <a:alphaModFix/>
          </a:blip>
          <a:srcRect r="1545" b="6838"/>
          <a:stretch/>
        </p:blipFill>
        <p:spPr>
          <a:xfrm>
            <a:off x="1047887" y="524012"/>
            <a:ext cx="7048226" cy="4102024"/>
          </a:xfrm>
          <a:prstGeom prst="rect">
            <a:avLst/>
          </a:prstGeom>
          <a:noFill/>
          <a:ln>
            <a:noFill/>
          </a:ln>
        </p:spPr>
      </p:pic>
      <p:pic>
        <p:nvPicPr>
          <p:cNvPr id="12" name="Google Shape;12;p2"/>
          <p:cNvPicPr preferRelativeResize="0"/>
          <p:nvPr/>
        </p:nvPicPr>
        <p:blipFill>
          <a:blip r:embed="rId5">
            <a:alphaModFix/>
          </a:blip>
          <a:stretch>
            <a:fillRect/>
          </a:stretch>
        </p:blipFill>
        <p:spPr>
          <a:xfrm>
            <a:off x="1593925" y="2989525"/>
            <a:ext cx="1584774" cy="1852801"/>
          </a:xfrm>
          <a:prstGeom prst="rect">
            <a:avLst/>
          </a:prstGeom>
          <a:noFill/>
          <a:ln>
            <a:noFill/>
          </a:ln>
          <a:effectLst>
            <a:outerShdw blurRad="57150" dist="19050" dir="3300000" algn="bl" rotWithShape="0">
              <a:srgbClr val="000000">
                <a:alpha val="34000"/>
              </a:srgbClr>
            </a:outerShdw>
          </a:effectLst>
        </p:spPr>
      </p:pic>
      <p:sp>
        <p:nvSpPr>
          <p:cNvPr id="13" name="Google Shape;13;p2"/>
          <p:cNvSpPr txBox="1">
            <a:spLocks noGrp="1"/>
          </p:cNvSpPr>
          <p:nvPr>
            <p:ph type="ctrTitle"/>
          </p:nvPr>
        </p:nvSpPr>
        <p:spPr>
          <a:xfrm>
            <a:off x="1532100" y="1728423"/>
            <a:ext cx="6079800" cy="16551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SzPts val="6000"/>
              <a:buNone/>
              <a:defRPr sz="6000"/>
            </a:lvl1pPr>
            <a:lvl2pPr lvl="1" algn="ctr">
              <a:lnSpc>
                <a:spcPct val="80000"/>
              </a:lnSpc>
              <a:spcBef>
                <a:spcPts val="0"/>
              </a:spcBef>
              <a:spcAft>
                <a:spcPts val="0"/>
              </a:spcAft>
              <a:buClr>
                <a:srgbClr val="0B5394"/>
              </a:buClr>
              <a:buSzPts val="6000"/>
              <a:buNone/>
              <a:defRPr sz="6000">
                <a:solidFill>
                  <a:srgbClr val="0B5394"/>
                </a:solidFill>
              </a:defRPr>
            </a:lvl2pPr>
            <a:lvl3pPr lvl="2" algn="ctr">
              <a:lnSpc>
                <a:spcPct val="80000"/>
              </a:lnSpc>
              <a:spcBef>
                <a:spcPts val="0"/>
              </a:spcBef>
              <a:spcAft>
                <a:spcPts val="0"/>
              </a:spcAft>
              <a:buClr>
                <a:srgbClr val="0B5394"/>
              </a:buClr>
              <a:buSzPts val="6000"/>
              <a:buNone/>
              <a:defRPr sz="6000">
                <a:solidFill>
                  <a:srgbClr val="0B5394"/>
                </a:solidFill>
              </a:defRPr>
            </a:lvl3pPr>
            <a:lvl4pPr lvl="3" algn="ctr">
              <a:lnSpc>
                <a:spcPct val="80000"/>
              </a:lnSpc>
              <a:spcBef>
                <a:spcPts val="0"/>
              </a:spcBef>
              <a:spcAft>
                <a:spcPts val="0"/>
              </a:spcAft>
              <a:buClr>
                <a:srgbClr val="0B5394"/>
              </a:buClr>
              <a:buSzPts val="6000"/>
              <a:buNone/>
              <a:defRPr sz="6000">
                <a:solidFill>
                  <a:srgbClr val="0B5394"/>
                </a:solidFill>
              </a:defRPr>
            </a:lvl4pPr>
            <a:lvl5pPr lvl="4" algn="ctr">
              <a:lnSpc>
                <a:spcPct val="80000"/>
              </a:lnSpc>
              <a:spcBef>
                <a:spcPts val="0"/>
              </a:spcBef>
              <a:spcAft>
                <a:spcPts val="0"/>
              </a:spcAft>
              <a:buClr>
                <a:srgbClr val="0B5394"/>
              </a:buClr>
              <a:buSzPts val="6000"/>
              <a:buNone/>
              <a:defRPr sz="6000">
                <a:solidFill>
                  <a:srgbClr val="0B5394"/>
                </a:solidFill>
              </a:defRPr>
            </a:lvl5pPr>
            <a:lvl6pPr lvl="5" algn="ctr">
              <a:lnSpc>
                <a:spcPct val="80000"/>
              </a:lnSpc>
              <a:spcBef>
                <a:spcPts val="0"/>
              </a:spcBef>
              <a:spcAft>
                <a:spcPts val="0"/>
              </a:spcAft>
              <a:buClr>
                <a:srgbClr val="0B5394"/>
              </a:buClr>
              <a:buSzPts val="6000"/>
              <a:buNone/>
              <a:defRPr sz="6000">
                <a:solidFill>
                  <a:srgbClr val="0B5394"/>
                </a:solidFill>
              </a:defRPr>
            </a:lvl6pPr>
            <a:lvl7pPr lvl="6" algn="ctr">
              <a:lnSpc>
                <a:spcPct val="80000"/>
              </a:lnSpc>
              <a:spcBef>
                <a:spcPts val="0"/>
              </a:spcBef>
              <a:spcAft>
                <a:spcPts val="0"/>
              </a:spcAft>
              <a:buClr>
                <a:srgbClr val="0B5394"/>
              </a:buClr>
              <a:buSzPts val="6000"/>
              <a:buNone/>
              <a:defRPr sz="6000">
                <a:solidFill>
                  <a:srgbClr val="0B5394"/>
                </a:solidFill>
              </a:defRPr>
            </a:lvl7pPr>
            <a:lvl8pPr lvl="7" algn="ctr">
              <a:lnSpc>
                <a:spcPct val="80000"/>
              </a:lnSpc>
              <a:spcBef>
                <a:spcPts val="0"/>
              </a:spcBef>
              <a:spcAft>
                <a:spcPts val="0"/>
              </a:spcAft>
              <a:buClr>
                <a:srgbClr val="0B5394"/>
              </a:buClr>
              <a:buSzPts val="6000"/>
              <a:buNone/>
              <a:defRPr sz="6000">
                <a:solidFill>
                  <a:srgbClr val="0B5394"/>
                </a:solidFill>
              </a:defRPr>
            </a:lvl8pPr>
            <a:lvl9pPr lvl="8" algn="ctr">
              <a:lnSpc>
                <a:spcPct val="80000"/>
              </a:lnSpc>
              <a:spcBef>
                <a:spcPts val="0"/>
              </a:spcBef>
              <a:spcAft>
                <a:spcPts val="0"/>
              </a:spcAft>
              <a:buClr>
                <a:srgbClr val="0B5394"/>
              </a:buClr>
              <a:buSzPts val="6000"/>
              <a:buNone/>
              <a:defRPr sz="6000">
                <a:solidFill>
                  <a:srgbClr val="0B5394"/>
                </a:solidFill>
              </a:defRPr>
            </a:lvl9pPr>
          </a:lstStyle>
          <a:p>
            <a:endParaRPr/>
          </a:p>
        </p:txBody>
      </p:sp>
      <p:sp>
        <p:nvSpPr>
          <p:cNvPr id="14" name="Google Shape;14;p2"/>
          <p:cNvSpPr txBox="1">
            <a:spLocks noGrp="1"/>
          </p:cNvSpPr>
          <p:nvPr>
            <p:ph type="subTitle" idx="1"/>
          </p:nvPr>
        </p:nvSpPr>
        <p:spPr>
          <a:xfrm>
            <a:off x="1672763" y="3769325"/>
            <a:ext cx="1427100" cy="7926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Clr>
                <a:schemeClr val="dk2"/>
              </a:buClr>
              <a:buSzPts val="1400"/>
              <a:buNone/>
              <a:defRPr sz="1400">
                <a:solidFill>
                  <a:schemeClr val="dk2"/>
                </a:solidFill>
              </a:defRPr>
            </a:lvl1pPr>
            <a:lvl2pPr lvl="1"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2pPr>
            <a:lvl3pPr lvl="2"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3pPr>
            <a:lvl4pPr lvl="3"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4pPr>
            <a:lvl5pPr lvl="4"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5pPr>
            <a:lvl6pPr lvl="5"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6pPr>
            <a:lvl7pPr lvl="6"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7pPr>
            <a:lvl8pPr lvl="7"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8pPr>
            <a:lvl9pPr lvl="8"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7" name="Google Shape;17;p3"/>
          <p:cNvPicPr preferRelativeResize="0"/>
          <p:nvPr/>
        </p:nvPicPr>
        <p:blipFill>
          <a:blip r:embed="rId3">
            <a:alphaModFix/>
          </a:blip>
          <a:stretch>
            <a:fillRect/>
          </a:stretch>
        </p:blipFill>
        <p:spPr>
          <a:xfrm>
            <a:off x="1874151" y="447699"/>
            <a:ext cx="5395700" cy="4248101"/>
          </a:xfrm>
          <a:prstGeom prst="rect">
            <a:avLst/>
          </a:prstGeom>
          <a:noFill/>
          <a:ln>
            <a:noFill/>
          </a:ln>
          <a:effectLst>
            <a:outerShdw blurRad="57150" dist="19050" dir="5400000" algn="bl" rotWithShape="0">
              <a:srgbClr val="000000">
                <a:alpha val="50000"/>
              </a:srgbClr>
            </a:outerShdw>
          </a:effectLst>
        </p:spPr>
      </p:pic>
      <p:sp>
        <p:nvSpPr>
          <p:cNvPr id="18" name="Google Shape;18;p3"/>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9" name="Google Shape;19;p3"/>
          <p:cNvSpPr txBox="1">
            <a:spLocks noGrp="1"/>
          </p:cNvSpPr>
          <p:nvPr>
            <p:ph type="subTitle" idx="1"/>
          </p:nvPr>
        </p:nvSpPr>
        <p:spPr>
          <a:xfrm>
            <a:off x="2937741" y="3307350"/>
            <a:ext cx="3268500" cy="792600"/>
          </a:xfrm>
          <a:prstGeom prst="rect">
            <a:avLst/>
          </a:prstGeom>
        </p:spPr>
        <p:txBody>
          <a:bodyPr spcFirstLastPara="1" wrap="square" lIns="91425" tIns="91425" rIns="91425" bIns="91425" anchor="t" anchorCtr="0">
            <a:noAutofit/>
          </a:bodyPr>
          <a:lstStyle>
            <a:lvl1pPr lvl="0" algn="ctr" rtl="0">
              <a:lnSpc>
                <a:spcPct val="90000"/>
              </a:lnSpc>
              <a:spcBef>
                <a:spcPts val="0"/>
              </a:spcBef>
              <a:spcAft>
                <a:spcPts val="0"/>
              </a:spcAft>
              <a:buClr>
                <a:schemeClr val="dk2"/>
              </a:buClr>
              <a:buSzPts val="1600"/>
              <a:buNone/>
              <a:defRPr sz="1600">
                <a:solidFill>
                  <a:schemeClr val="dk2"/>
                </a:solidFill>
              </a:defRPr>
            </a:lvl1pPr>
            <a:lvl2pPr lvl="1"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2pPr>
            <a:lvl3pPr lvl="2"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3pPr>
            <a:lvl4pPr lvl="3"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4pPr>
            <a:lvl5pPr lvl="4"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5pPr>
            <a:lvl6pPr lvl="5"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6pPr>
            <a:lvl7pPr lvl="6"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7pPr>
            <a:lvl8pPr lvl="7"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8pPr>
            <a:lvl9pPr lvl="8"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9pPr>
          </a:lstStyle>
          <a:p>
            <a:endParaRPr/>
          </a:p>
        </p:txBody>
      </p:sp>
      <p:sp>
        <p:nvSpPr>
          <p:cNvPr id="20" name="Google Shape;20;p3"/>
          <p:cNvSpPr txBox="1">
            <a:spLocks noGrp="1"/>
          </p:cNvSpPr>
          <p:nvPr>
            <p:ph type="title" idx="2" hasCustomPrompt="1"/>
          </p:nvPr>
        </p:nvSpPr>
        <p:spPr>
          <a:xfrm>
            <a:off x="3778200" y="1403800"/>
            <a:ext cx="1587600" cy="1002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4800" b="0">
                <a:solidFill>
                  <a:schemeClr val="dk1"/>
                </a:solidFill>
              </a:defRPr>
            </a:lvl1pPr>
            <a:lvl2pPr lvl="1" algn="ctr" rtl="0">
              <a:spcBef>
                <a:spcPts val="0"/>
              </a:spcBef>
              <a:spcAft>
                <a:spcPts val="0"/>
              </a:spcAft>
              <a:buClr>
                <a:schemeClr val="dk2"/>
              </a:buClr>
              <a:buSzPts val="4800"/>
              <a:buNone/>
              <a:defRPr sz="4800">
                <a:solidFill>
                  <a:schemeClr val="dk2"/>
                </a:solidFill>
              </a:defRPr>
            </a:lvl2pPr>
            <a:lvl3pPr lvl="2" algn="ctr" rtl="0">
              <a:spcBef>
                <a:spcPts val="0"/>
              </a:spcBef>
              <a:spcAft>
                <a:spcPts val="0"/>
              </a:spcAft>
              <a:buClr>
                <a:schemeClr val="dk2"/>
              </a:buClr>
              <a:buSzPts val="4800"/>
              <a:buNone/>
              <a:defRPr sz="4800">
                <a:solidFill>
                  <a:schemeClr val="dk2"/>
                </a:solidFill>
              </a:defRPr>
            </a:lvl3pPr>
            <a:lvl4pPr lvl="3" algn="ctr" rtl="0">
              <a:spcBef>
                <a:spcPts val="0"/>
              </a:spcBef>
              <a:spcAft>
                <a:spcPts val="0"/>
              </a:spcAft>
              <a:buClr>
                <a:schemeClr val="dk2"/>
              </a:buClr>
              <a:buSzPts val="4800"/>
              <a:buNone/>
              <a:defRPr sz="4800">
                <a:solidFill>
                  <a:schemeClr val="dk2"/>
                </a:solidFill>
              </a:defRPr>
            </a:lvl4pPr>
            <a:lvl5pPr lvl="4" algn="ctr" rtl="0">
              <a:spcBef>
                <a:spcPts val="0"/>
              </a:spcBef>
              <a:spcAft>
                <a:spcPts val="0"/>
              </a:spcAft>
              <a:buClr>
                <a:schemeClr val="dk2"/>
              </a:buClr>
              <a:buSzPts val="4800"/>
              <a:buNone/>
              <a:defRPr sz="4800">
                <a:solidFill>
                  <a:schemeClr val="dk2"/>
                </a:solidFill>
              </a:defRPr>
            </a:lvl5pPr>
            <a:lvl6pPr lvl="5" algn="ctr" rtl="0">
              <a:spcBef>
                <a:spcPts val="0"/>
              </a:spcBef>
              <a:spcAft>
                <a:spcPts val="0"/>
              </a:spcAft>
              <a:buClr>
                <a:schemeClr val="dk2"/>
              </a:buClr>
              <a:buSzPts val="4800"/>
              <a:buNone/>
              <a:defRPr sz="4800">
                <a:solidFill>
                  <a:schemeClr val="dk2"/>
                </a:solidFill>
              </a:defRPr>
            </a:lvl6pPr>
            <a:lvl7pPr lvl="6" algn="ctr" rtl="0">
              <a:spcBef>
                <a:spcPts val="0"/>
              </a:spcBef>
              <a:spcAft>
                <a:spcPts val="0"/>
              </a:spcAft>
              <a:buClr>
                <a:schemeClr val="dk2"/>
              </a:buClr>
              <a:buSzPts val="4800"/>
              <a:buNone/>
              <a:defRPr sz="4800">
                <a:solidFill>
                  <a:schemeClr val="dk2"/>
                </a:solidFill>
              </a:defRPr>
            </a:lvl7pPr>
            <a:lvl8pPr lvl="7" algn="ctr" rtl="0">
              <a:spcBef>
                <a:spcPts val="0"/>
              </a:spcBef>
              <a:spcAft>
                <a:spcPts val="0"/>
              </a:spcAft>
              <a:buClr>
                <a:schemeClr val="dk2"/>
              </a:buClr>
              <a:buSzPts val="4800"/>
              <a:buNone/>
              <a:defRPr sz="4800">
                <a:solidFill>
                  <a:schemeClr val="dk2"/>
                </a:solidFill>
              </a:defRPr>
            </a:lvl8pPr>
            <a:lvl9pPr lvl="8" algn="ctr" rtl="0">
              <a:spcBef>
                <a:spcPts val="0"/>
              </a:spcBef>
              <a:spcAft>
                <a:spcPts val="0"/>
              </a:spcAft>
              <a:buClr>
                <a:schemeClr val="dk2"/>
              </a:buClr>
              <a:buSzPts val="4800"/>
              <a:buNone/>
              <a:defRPr sz="4800">
                <a:solidFill>
                  <a:schemeClr val="dk2"/>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pic>
        <p:nvPicPr>
          <p:cNvPr id="22" name="Google Shape;22;p4"/>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3" name="Google Shape;23;p4"/>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
        <p:nvSpPr>
          <p:cNvPr id="24" name="Google Shape;24;p4"/>
          <p:cNvSpPr txBox="1">
            <a:spLocks noGrp="1"/>
          </p:cNvSpPr>
          <p:nvPr>
            <p:ph type="title"/>
          </p:nvPr>
        </p:nvSpPr>
        <p:spPr>
          <a:xfrm>
            <a:off x="1836900" y="711175"/>
            <a:ext cx="5470200" cy="5727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
        <p:nvSpPr>
          <p:cNvPr id="25" name="Google Shape;25;p4"/>
          <p:cNvSpPr txBox="1">
            <a:spLocks noGrp="1"/>
          </p:cNvSpPr>
          <p:nvPr>
            <p:ph type="body" idx="1"/>
          </p:nvPr>
        </p:nvSpPr>
        <p:spPr>
          <a:xfrm>
            <a:off x="1398275" y="1249425"/>
            <a:ext cx="6963300" cy="2836500"/>
          </a:xfrm>
          <a:prstGeom prst="rect">
            <a:avLst/>
          </a:prstGeom>
        </p:spPr>
        <p:txBody>
          <a:bodyPr spcFirstLastPara="1" wrap="square" lIns="91425" tIns="91425" rIns="91425" bIns="91425" anchor="t" anchorCtr="0">
            <a:noAutofit/>
          </a:bodyPr>
          <a:lstStyle>
            <a:lvl1pPr marL="457200" lvl="0" indent="-288925">
              <a:spcBef>
                <a:spcPts val="0"/>
              </a:spcBef>
              <a:spcAft>
                <a:spcPts val="0"/>
              </a:spcAft>
              <a:buClr>
                <a:schemeClr val="dk2"/>
              </a:buClr>
              <a:buSzPts val="950"/>
              <a:buChar char="●"/>
              <a:defRPr sz="950">
                <a:solidFill>
                  <a:schemeClr val="dk2"/>
                </a:solidFill>
              </a:defRPr>
            </a:lvl1pPr>
            <a:lvl2pPr marL="914400" lvl="1" indent="-288925">
              <a:spcBef>
                <a:spcPts val="1600"/>
              </a:spcBef>
              <a:spcAft>
                <a:spcPts val="0"/>
              </a:spcAft>
              <a:buClr>
                <a:schemeClr val="dk2"/>
              </a:buClr>
              <a:buSzPts val="950"/>
              <a:buChar char="○"/>
              <a:defRPr sz="950">
                <a:solidFill>
                  <a:schemeClr val="dk2"/>
                </a:solidFill>
              </a:defRPr>
            </a:lvl2pPr>
            <a:lvl3pPr marL="1371600" lvl="2" indent="-288925">
              <a:spcBef>
                <a:spcPts val="1600"/>
              </a:spcBef>
              <a:spcAft>
                <a:spcPts val="0"/>
              </a:spcAft>
              <a:buClr>
                <a:schemeClr val="dk2"/>
              </a:buClr>
              <a:buSzPts val="950"/>
              <a:buChar char="■"/>
              <a:defRPr sz="950">
                <a:solidFill>
                  <a:schemeClr val="dk2"/>
                </a:solidFill>
              </a:defRPr>
            </a:lvl3pPr>
            <a:lvl4pPr marL="1828800" lvl="3" indent="-288925">
              <a:spcBef>
                <a:spcPts val="1600"/>
              </a:spcBef>
              <a:spcAft>
                <a:spcPts val="0"/>
              </a:spcAft>
              <a:buClr>
                <a:schemeClr val="dk2"/>
              </a:buClr>
              <a:buSzPts val="950"/>
              <a:buChar char="●"/>
              <a:defRPr sz="950">
                <a:solidFill>
                  <a:schemeClr val="dk2"/>
                </a:solidFill>
              </a:defRPr>
            </a:lvl4pPr>
            <a:lvl5pPr marL="2286000" lvl="4" indent="-288925">
              <a:spcBef>
                <a:spcPts val="1600"/>
              </a:spcBef>
              <a:spcAft>
                <a:spcPts val="0"/>
              </a:spcAft>
              <a:buClr>
                <a:schemeClr val="dk2"/>
              </a:buClr>
              <a:buSzPts val="950"/>
              <a:buChar char="○"/>
              <a:defRPr sz="950">
                <a:solidFill>
                  <a:schemeClr val="dk2"/>
                </a:solidFill>
              </a:defRPr>
            </a:lvl5pPr>
            <a:lvl6pPr marL="2743200" lvl="5" indent="-288925">
              <a:spcBef>
                <a:spcPts val="1600"/>
              </a:spcBef>
              <a:spcAft>
                <a:spcPts val="0"/>
              </a:spcAft>
              <a:buClr>
                <a:schemeClr val="dk2"/>
              </a:buClr>
              <a:buSzPts val="950"/>
              <a:buChar char="■"/>
              <a:defRPr sz="950">
                <a:solidFill>
                  <a:schemeClr val="dk2"/>
                </a:solidFill>
              </a:defRPr>
            </a:lvl6pPr>
            <a:lvl7pPr marL="3200400" lvl="6" indent="-288925">
              <a:spcBef>
                <a:spcPts val="1600"/>
              </a:spcBef>
              <a:spcAft>
                <a:spcPts val="0"/>
              </a:spcAft>
              <a:buClr>
                <a:schemeClr val="dk2"/>
              </a:buClr>
              <a:buSzPts val="950"/>
              <a:buChar char="●"/>
              <a:defRPr sz="950">
                <a:solidFill>
                  <a:schemeClr val="dk2"/>
                </a:solidFill>
              </a:defRPr>
            </a:lvl7pPr>
            <a:lvl8pPr marL="3657600" lvl="7" indent="-288925">
              <a:spcBef>
                <a:spcPts val="1600"/>
              </a:spcBef>
              <a:spcAft>
                <a:spcPts val="0"/>
              </a:spcAft>
              <a:buClr>
                <a:schemeClr val="dk2"/>
              </a:buClr>
              <a:buSzPts val="950"/>
              <a:buChar char="○"/>
              <a:defRPr sz="950">
                <a:solidFill>
                  <a:schemeClr val="dk2"/>
                </a:solidFill>
              </a:defRPr>
            </a:lvl8pPr>
            <a:lvl9pPr marL="4114800" lvl="8" indent="-288925">
              <a:spcBef>
                <a:spcPts val="1600"/>
              </a:spcBef>
              <a:spcAft>
                <a:spcPts val="1600"/>
              </a:spcAft>
              <a:buClr>
                <a:schemeClr val="dk2"/>
              </a:buClr>
              <a:buSzPts val="950"/>
              <a:buChar char="■"/>
              <a:defRPr sz="950">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pic>
        <p:nvPicPr>
          <p:cNvPr id="27" name="Google Shape;27;p5"/>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28" name="Google Shape;28;p5"/>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9" name="Google Shape;29;p5"/>
          <p:cNvSpPr txBox="1">
            <a:spLocks noGrp="1"/>
          </p:cNvSpPr>
          <p:nvPr>
            <p:ph type="title"/>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
        <p:nvSpPr>
          <p:cNvPr id="30" name="Google Shape;30;p5"/>
          <p:cNvSpPr txBox="1">
            <a:spLocks noGrp="1"/>
          </p:cNvSpPr>
          <p:nvPr>
            <p:ph type="body" idx="1"/>
          </p:nvPr>
        </p:nvSpPr>
        <p:spPr>
          <a:xfrm>
            <a:off x="744675" y="1551725"/>
            <a:ext cx="3593400" cy="2822100"/>
          </a:xfrm>
          <a:prstGeom prst="rect">
            <a:avLst/>
          </a:prstGeom>
        </p:spPr>
        <p:txBody>
          <a:bodyPr spcFirstLastPara="1" wrap="square" lIns="91425" tIns="91425" rIns="91425" bIns="91425" anchor="b" anchorCtr="0">
            <a:noAutofit/>
          </a:bodyPr>
          <a:lstStyle>
            <a:lvl1pPr marL="457200" lvl="0" indent="-317500">
              <a:spcBef>
                <a:spcPts val="0"/>
              </a:spcBef>
              <a:spcAft>
                <a:spcPts val="0"/>
              </a:spcAft>
              <a:buClr>
                <a:schemeClr val="dk2"/>
              </a:buClr>
              <a:buSzPts val="1400"/>
              <a:buChar char="●"/>
              <a:defRPr sz="1400">
                <a:solidFill>
                  <a:schemeClr val="dk2"/>
                </a:solidFill>
              </a:defRPr>
            </a:lvl1pPr>
            <a:lvl2pPr marL="914400" lvl="1" indent="-317500">
              <a:spcBef>
                <a:spcPts val="1600"/>
              </a:spcBef>
              <a:spcAft>
                <a:spcPts val="0"/>
              </a:spcAft>
              <a:buClr>
                <a:schemeClr val="dk2"/>
              </a:buClr>
              <a:buSzPts val="1400"/>
              <a:buChar char="○"/>
              <a:defRPr>
                <a:solidFill>
                  <a:schemeClr val="dk2"/>
                </a:solidFill>
              </a:defRPr>
            </a:lvl2pPr>
            <a:lvl3pPr marL="1371600" lvl="2" indent="-317500">
              <a:spcBef>
                <a:spcPts val="1600"/>
              </a:spcBef>
              <a:spcAft>
                <a:spcPts val="0"/>
              </a:spcAft>
              <a:buClr>
                <a:schemeClr val="dk2"/>
              </a:buClr>
              <a:buSzPts val="1400"/>
              <a:buChar char="■"/>
              <a:defRPr>
                <a:solidFill>
                  <a:schemeClr val="dk2"/>
                </a:solidFill>
              </a:defRPr>
            </a:lvl3pPr>
            <a:lvl4pPr marL="1828800" lvl="3" indent="-317500">
              <a:spcBef>
                <a:spcPts val="1600"/>
              </a:spcBef>
              <a:spcAft>
                <a:spcPts val="0"/>
              </a:spcAft>
              <a:buClr>
                <a:schemeClr val="dk2"/>
              </a:buClr>
              <a:buSzPts val="1400"/>
              <a:buChar char="●"/>
              <a:defRPr>
                <a:solidFill>
                  <a:schemeClr val="dk2"/>
                </a:solidFill>
              </a:defRPr>
            </a:lvl4pPr>
            <a:lvl5pPr marL="2286000" lvl="4" indent="-317500">
              <a:spcBef>
                <a:spcPts val="1600"/>
              </a:spcBef>
              <a:spcAft>
                <a:spcPts val="0"/>
              </a:spcAft>
              <a:buClr>
                <a:schemeClr val="dk2"/>
              </a:buClr>
              <a:buSzPts val="1400"/>
              <a:buChar char="○"/>
              <a:defRPr>
                <a:solidFill>
                  <a:schemeClr val="dk2"/>
                </a:solidFill>
              </a:defRPr>
            </a:lvl5pPr>
            <a:lvl6pPr marL="2743200" lvl="5" indent="-317500">
              <a:spcBef>
                <a:spcPts val="1600"/>
              </a:spcBef>
              <a:spcAft>
                <a:spcPts val="0"/>
              </a:spcAft>
              <a:buClr>
                <a:schemeClr val="dk2"/>
              </a:buClr>
              <a:buSzPts val="1400"/>
              <a:buChar char="■"/>
              <a:defRPr>
                <a:solidFill>
                  <a:schemeClr val="dk2"/>
                </a:solidFill>
              </a:defRPr>
            </a:lvl6pPr>
            <a:lvl7pPr marL="3200400" lvl="6" indent="-317500">
              <a:spcBef>
                <a:spcPts val="1600"/>
              </a:spcBef>
              <a:spcAft>
                <a:spcPts val="0"/>
              </a:spcAft>
              <a:buClr>
                <a:schemeClr val="dk2"/>
              </a:buClr>
              <a:buSzPts val="1400"/>
              <a:buChar char="●"/>
              <a:defRPr>
                <a:solidFill>
                  <a:schemeClr val="dk2"/>
                </a:solidFill>
              </a:defRPr>
            </a:lvl7pPr>
            <a:lvl8pPr marL="3657600" lvl="7" indent="-317500">
              <a:spcBef>
                <a:spcPts val="1600"/>
              </a:spcBef>
              <a:spcAft>
                <a:spcPts val="0"/>
              </a:spcAft>
              <a:buClr>
                <a:schemeClr val="dk2"/>
              </a:buClr>
              <a:buSzPts val="1400"/>
              <a:buChar char="○"/>
              <a:defRPr>
                <a:solidFill>
                  <a:schemeClr val="dk2"/>
                </a:solidFill>
              </a:defRPr>
            </a:lvl8pPr>
            <a:lvl9pPr marL="4114800" lvl="8" indent="-317500">
              <a:spcBef>
                <a:spcPts val="1600"/>
              </a:spcBef>
              <a:spcAft>
                <a:spcPts val="1600"/>
              </a:spcAft>
              <a:buClr>
                <a:schemeClr val="dk2"/>
              </a:buClr>
              <a:buSzPts val="1400"/>
              <a:buChar char="■"/>
              <a:defRPr>
                <a:solidFill>
                  <a:schemeClr val="dk2"/>
                </a:solidFill>
              </a:defRPr>
            </a:lvl9pPr>
          </a:lstStyle>
          <a:p>
            <a:endParaRPr/>
          </a:p>
        </p:txBody>
      </p:sp>
      <p:sp>
        <p:nvSpPr>
          <p:cNvPr id="31" name="Google Shape;31;p5"/>
          <p:cNvSpPr txBox="1">
            <a:spLocks noGrp="1"/>
          </p:cNvSpPr>
          <p:nvPr>
            <p:ph type="body" idx="2"/>
          </p:nvPr>
        </p:nvSpPr>
        <p:spPr>
          <a:xfrm>
            <a:off x="4805925" y="1551725"/>
            <a:ext cx="3593400" cy="2822100"/>
          </a:xfrm>
          <a:prstGeom prst="rect">
            <a:avLst/>
          </a:prstGeom>
        </p:spPr>
        <p:txBody>
          <a:bodyPr spcFirstLastPara="1" wrap="square" lIns="91425" tIns="91425" rIns="91425" bIns="91425" anchor="b" anchorCtr="0">
            <a:noAutofit/>
          </a:bodyPr>
          <a:lstStyle>
            <a:lvl1pPr marL="457200" lvl="0" indent="-317500">
              <a:spcBef>
                <a:spcPts val="0"/>
              </a:spcBef>
              <a:spcAft>
                <a:spcPts val="0"/>
              </a:spcAft>
              <a:buClr>
                <a:schemeClr val="dk2"/>
              </a:buClr>
              <a:buSzPts val="1400"/>
              <a:buChar char="●"/>
              <a:defRPr sz="1400">
                <a:solidFill>
                  <a:schemeClr val="dk2"/>
                </a:solidFill>
              </a:defRPr>
            </a:lvl1pPr>
            <a:lvl2pPr marL="914400" lvl="1" indent="-317500">
              <a:spcBef>
                <a:spcPts val="1600"/>
              </a:spcBef>
              <a:spcAft>
                <a:spcPts val="0"/>
              </a:spcAft>
              <a:buClr>
                <a:schemeClr val="dk2"/>
              </a:buClr>
              <a:buSzPts val="1400"/>
              <a:buChar char="○"/>
              <a:defRPr>
                <a:solidFill>
                  <a:schemeClr val="dk2"/>
                </a:solidFill>
              </a:defRPr>
            </a:lvl2pPr>
            <a:lvl3pPr marL="1371600" lvl="2" indent="-317500">
              <a:spcBef>
                <a:spcPts val="1600"/>
              </a:spcBef>
              <a:spcAft>
                <a:spcPts val="0"/>
              </a:spcAft>
              <a:buClr>
                <a:schemeClr val="dk2"/>
              </a:buClr>
              <a:buSzPts val="1400"/>
              <a:buChar char="■"/>
              <a:defRPr>
                <a:solidFill>
                  <a:schemeClr val="dk2"/>
                </a:solidFill>
              </a:defRPr>
            </a:lvl3pPr>
            <a:lvl4pPr marL="1828800" lvl="3" indent="-317500">
              <a:spcBef>
                <a:spcPts val="1600"/>
              </a:spcBef>
              <a:spcAft>
                <a:spcPts val="0"/>
              </a:spcAft>
              <a:buClr>
                <a:schemeClr val="dk2"/>
              </a:buClr>
              <a:buSzPts val="1400"/>
              <a:buChar char="●"/>
              <a:defRPr>
                <a:solidFill>
                  <a:schemeClr val="dk2"/>
                </a:solidFill>
              </a:defRPr>
            </a:lvl4pPr>
            <a:lvl5pPr marL="2286000" lvl="4" indent="-317500">
              <a:spcBef>
                <a:spcPts val="1600"/>
              </a:spcBef>
              <a:spcAft>
                <a:spcPts val="0"/>
              </a:spcAft>
              <a:buClr>
                <a:schemeClr val="dk2"/>
              </a:buClr>
              <a:buSzPts val="1400"/>
              <a:buChar char="○"/>
              <a:defRPr>
                <a:solidFill>
                  <a:schemeClr val="dk2"/>
                </a:solidFill>
              </a:defRPr>
            </a:lvl5pPr>
            <a:lvl6pPr marL="2743200" lvl="5" indent="-317500">
              <a:spcBef>
                <a:spcPts val="1600"/>
              </a:spcBef>
              <a:spcAft>
                <a:spcPts val="0"/>
              </a:spcAft>
              <a:buClr>
                <a:schemeClr val="dk2"/>
              </a:buClr>
              <a:buSzPts val="1400"/>
              <a:buChar char="■"/>
              <a:defRPr>
                <a:solidFill>
                  <a:schemeClr val="dk2"/>
                </a:solidFill>
              </a:defRPr>
            </a:lvl6pPr>
            <a:lvl7pPr marL="3200400" lvl="6" indent="-317500">
              <a:spcBef>
                <a:spcPts val="1600"/>
              </a:spcBef>
              <a:spcAft>
                <a:spcPts val="0"/>
              </a:spcAft>
              <a:buClr>
                <a:schemeClr val="dk2"/>
              </a:buClr>
              <a:buSzPts val="1400"/>
              <a:buChar char="●"/>
              <a:defRPr>
                <a:solidFill>
                  <a:schemeClr val="dk2"/>
                </a:solidFill>
              </a:defRPr>
            </a:lvl7pPr>
            <a:lvl8pPr marL="3657600" lvl="7" indent="-317500">
              <a:spcBef>
                <a:spcPts val="1600"/>
              </a:spcBef>
              <a:spcAft>
                <a:spcPts val="0"/>
              </a:spcAft>
              <a:buClr>
                <a:schemeClr val="dk2"/>
              </a:buClr>
              <a:buSzPts val="1400"/>
              <a:buChar char="○"/>
              <a:defRPr>
                <a:solidFill>
                  <a:schemeClr val="dk2"/>
                </a:solidFill>
              </a:defRPr>
            </a:lvl8pPr>
            <a:lvl9pPr marL="4114800" lvl="8" indent="-317500">
              <a:spcBef>
                <a:spcPts val="1600"/>
              </a:spcBef>
              <a:spcAft>
                <a:spcPts val="1600"/>
              </a:spcAft>
              <a:buClr>
                <a:schemeClr val="dk2"/>
              </a:buClr>
              <a:buSzPts val="1400"/>
              <a:buChar char="■"/>
              <a:defRPr>
                <a:solidFill>
                  <a:schemeClr val="dk2"/>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pic>
        <p:nvPicPr>
          <p:cNvPr id="33" name="Google Shape;33;p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34" name="Google Shape;34;p6"/>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35" name="Google Shape;35;p6"/>
          <p:cNvSpPr txBox="1">
            <a:spLocks noGrp="1"/>
          </p:cNvSpPr>
          <p:nvPr>
            <p:ph type="title"/>
          </p:nvPr>
        </p:nvSpPr>
        <p:spPr>
          <a:xfrm>
            <a:off x="1002325" y="711175"/>
            <a:ext cx="2072100" cy="11664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pic>
        <p:nvPicPr>
          <p:cNvPr id="37" name="Google Shape;37;p7"/>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38" name="Google Shape;38;p7"/>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39" name="Google Shape;39;p7"/>
          <p:cNvSpPr txBox="1">
            <a:spLocks noGrp="1"/>
          </p:cNvSpPr>
          <p:nvPr>
            <p:ph type="body" idx="1"/>
          </p:nvPr>
        </p:nvSpPr>
        <p:spPr>
          <a:xfrm>
            <a:off x="996375" y="1900525"/>
            <a:ext cx="2901600" cy="2270400"/>
          </a:xfrm>
          <a:prstGeom prst="rect">
            <a:avLst/>
          </a:prstGeom>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2"/>
              </a:buClr>
              <a:buSzPts val="1600"/>
              <a:buChar char="●"/>
              <a:defRPr sz="1600">
                <a:solidFill>
                  <a:schemeClr val="dk2"/>
                </a:solidFill>
              </a:defRPr>
            </a:lvl1pPr>
            <a:lvl2pPr marL="914400" lvl="1" indent="-330200">
              <a:lnSpc>
                <a:spcPct val="100000"/>
              </a:lnSpc>
              <a:spcBef>
                <a:spcPts val="1600"/>
              </a:spcBef>
              <a:spcAft>
                <a:spcPts val="0"/>
              </a:spcAft>
              <a:buClr>
                <a:schemeClr val="dk2"/>
              </a:buClr>
              <a:buSzPts val="1600"/>
              <a:buChar char="○"/>
              <a:defRPr sz="1600">
                <a:solidFill>
                  <a:schemeClr val="dk2"/>
                </a:solidFill>
              </a:defRPr>
            </a:lvl2pPr>
            <a:lvl3pPr marL="1371600" lvl="2" indent="-330200">
              <a:lnSpc>
                <a:spcPct val="100000"/>
              </a:lnSpc>
              <a:spcBef>
                <a:spcPts val="1600"/>
              </a:spcBef>
              <a:spcAft>
                <a:spcPts val="0"/>
              </a:spcAft>
              <a:buClr>
                <a:schemeClr val="dk2"/>
              </a:buClr>
              <a:buSzPts val="1600"/>
              <a:buChar char="■"/>
              <a:defRPr sz="1600">
                <a:solidFill>
                  <a:schemeClr val="dk2"/>
                </a:solidFill>
              </a:defRPr>
            </a:lvl3pPr>
            <a:lvl4pPr marL="1828800" lvl="3" indent="-330200">
              <a:lnSpc>
                <a:spcPct val="100000"/>
              </a:lnSpc>
              <a:spcBef>
                <a:spcPts val="1600"/>
              </a:spcBef>
              <a:spcAft>
                <a:spcPts val="0"/>
              </a:spcAft>
              <a:buClr>
                <a:schemeClr val="dk2"/>
              </a:buClr>
              <a:buSzPts val="1600"/>
              <a:buChar char="●"/>
              <a:defRPr sz="1600">
                <a:solidFill>
                  <a:schemeClr val="dk2"/>
                </a:solidFill>
              </a:defRPr>
            </a:lvl4pPr>
            <a:lvl5pPr marL="2286000" lvl="4" indent="-330200">
              <a:lnSpc>
                <a:spcPct val="100000"/>
              </a:lnSpc>
              <a:spcBef>
                <a:spcPts val="1600"/>
              </a:spcBef>
              <a:spcAft>
                <a:spcPts val="0"/>
              </a:spcAft>
              <a:buClr>
                <a:schemeClr val="dk2"/>
              </a:buClr>
              <a:buSzPts val="1600"/>
              <a:buChar char="○"/>
              <a:defRPr sz="1600">
                <a:solidFill>
                  <a:schemeClr val="dk2"/>
                </a:solidFill>
              </a:defRPr>
            </a:lvl5pPr>
            <a:lvl6pPr marL="2743200" lvl="5" indent="-330200">
              <a:lnSpc>
                <a:spcPct val="100000"/>
              </a:lnSpc>
              <a:spcBef>
                <a:spcPts val="1600"/>
              </a:spcBef>
              <a:spcAft>
                <a:spcPts val="0"/>
              </a:spcAft>
              <a:buClr>
                <a:schemeClr val="dk2"/>
              </a:buClr>
              <a:buSzPts val="1600"/>
              <a:buChar char="■"/>
              <a:defRPr sz="1600">
                <a:solidFill>
                  <a:schemeClr val="dk2"/>
                </a:solidFill>
              </a:defRPr>
            </a:lvl6pPr>
            <a:lvl7pPr marL="3200400" lvl="6" indent="-330200">
              <a:lnSpc>
                <a:spcPct val="100000"/>
              </a:lnSpc>
              <a:spcBef>
                <a:spcPts val="1600"/>
              </a:spcBef>
              <a:spcAft>
                <a:spcPts val="0"/>
              </a:spcAft>
              <a:buClr>
                <a:schemeClr val="dk2"/>
              </a:buClr>
              <a:buSzPts val="1600"/>
              <a:buChar char="●"/>
              <a:defRPr sz="1600">
                <a:solidFill>
                  <a:schemeClr val="dk2"/>
                </a:solidFill>
              </a:defRPr>
            </a:lvl7pPr>
            <a:lvl8pPr marL="3657600" lvl="7" indent="-330200">
              <a:lnSpc>
                <a:spcPct val="100000"/>
              </a:lnSpc>
              <a:spcBef>
                <a:spcPts val="1600"/>
              </a:spcBef>
              <a:spcAft>
                <a:spcPts val="0"/>
              </a:spcAft>
              <a:buClr>
                <a:schemeClr val="dk2"/>
              </a:buClr>
              <a:buSzPts val="1600"/>
              <a:buChar char="○"/>
              <a:defRPr sz="1600">
                <a:solidFill>
                  <a:schemeClr val="dk2"/>
                </a:solidFill>
              </a:defRPr>
            </a:lvl8pPr>
            <a:lvl9pPr marL="4114800" lvl="8" indent="-330200">
              <a:lnSpc>
                <a:spcPct val="100000"/>
              </a:lnSpc>
              <a:spcBef>
                <a:spcPts val="1600"/>
              </a:spcBef>
              <a:spcAft>
                <a:spcPts val="1600"/>
              </a:spcAft>
              <a:buClr>
                <a:schemeClr val="dk2"/>
              </a:buClr>
              <a:buSzPts val="1600"/>
              <a:buChar char="■"/>
              <a:defRPr sz="1600">
                <a:solidFill>
                  <a:schemeClr val="dk2"/>
                </a:solidFill>
              </a:defRPr>
            </a:lvl9pPr>
          </a:lstStyle>
          <a:p>
            <a:endParaRPr/>
          </a:p>
        </p:txBody>
      </p:sp>
      <p:sp>
        <p:nvSpPr>
          <p:cNvPr id="40" name="Google Shape;40;p7"/>
          <p:cNvSpPr txBox="1">
            <a:spLocks noGrp="1"/>
          </p:cNvSpPr>
          <p:nvPr>
            <p:ph type="title"/>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pic>
        <p:nvPicPr>
          <p:cNvPr id="45" name="Google Shape;45;p9"/>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46" name="Google Shape;46;p9"/>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47" name="Google Shape;47;p9"/>
          <p:cNvSpPr txBox="1">
            <a:spLocks noGrp="1"/>
          </p:cNvSpPr>
          <p:nvPr>
            <p:ph type="subTitle" idx="1"/>
          </p:nvPr>
        </p:nvSpPr>
        <p:spPr>
          <a:xfrm>
            <a:off x="1629950" y="3828100"/>
            <a:ext cx="2332500" cy="69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Font typeface="Concert One"/>
              <a:buNone/>
              <a:defRPr sz="1600">
                <a:latin typeface="Concert One"/>
                <a:ea typeface="Concert One"/>
                <a:cs typeface="Concert One"/>
                <a:sym typeface="Concert 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48" name="Google Shape;48;p9"/>
          <p:cNvSpPr txBox="1">
            <a:spLocks noGrp="1"/>
          </p:cNvSpPr>
          <p:nvPr>
            <p:ph type="body" idx="2"/>
          </p:nvPr>
        </p:nvSpPr>
        <p:spPr>
          <a:xfrm>
            <a:off x="5044725" y="539500"/>
            <a:ext cx="3224400" cy="40692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Clr>
                <a:schemeClr val="dk2"/>
              </a:buClr>
              <a:buSzPts val="1400"/>
              <a:buChar char="●"/>
              <a:defRPr sz="1400">
                <a:solidFill>
                  <a:schemeClr val="dk2"/>
                </a:solidFill>
              </a:defRPr>
            </a:lvl1pPr>
            <a:lvl2pPr marL="914400" lvl="1" indent="-317500">
              <a:spcBef>
                <a:spcPts val="0"/>
              </a:spcBef>
              <a:spcAft>
                <a:spcPts val="0"/>
              </a:spcAft>
              <a:buClr>
                <a:schemeClr val="dk2"/>
              </a:buClr>
              <a:buSzPts val="1400"/>
              <a:buChar char="○"/>
              <a:defRPr>
                <a:solidFill>
                  <a:schemeClr val="dk2"/>
                </a:solidFill>
              </a:defRPr>
            </a:lvl2pPr>
            <a:lvl3pPr marL="1371600" lvl="2" indent="-317500">
              <a:spcBef>
                <a:spcPts val="1600"/>
              </a:spcBef>
              <a:spcAft>
                <a:spcPts val="0"/>
              </a:spcAft>
              <a:buClr>
                <a:schemeClr val="dk2"/>
              </a:buClr>
              <a:buSzPts val="1400"/>
              <a:buChar char="■"/>
              <a:defRPr>
                <a:solidFill>
                  <a:schemeClr val="dk2"/>
                </a:solidFill>
              </a:defRPr>
            </a:lvl3pPr>
            <a:lvl4pPr marL="1828800" lvl="3" indent="-317500">
              <a:spcBef>
                <a:spcPts val="1600"/>
              </a:spcBef>
              <a:spcAft>
                <a:spcPts val="0"/>
              </a:spcAft>
              <a:buClr>
                <a:schemeClr val="dk2"/>
              </a:buClr>
              <a:buSzPts val="1400"/>
              <a:buChar char="●"/>
              <a:defRPr>
                <a:solidFill>
                  <a:schemeClr val="dk2"/>
                </a:solidFill>
              </a:defRPr>
            </a:lvl4pPr>
            <a:lvl5pPr marL="2286000" lvl="4" indent="-317500">
              <a:spcBef>
                <a:spcPts val="1600"/>
              </a:spcBef>
              <a:spcAft>
                <a:spcPts val="0"/>
              </a:spcAft>
              <a:buClr>
                <a:schemeClr val="dk2"/>
              </a:buClr>
              <a:buSzPts val="1400"/>
              <a:buChar char="○"/>
              <a:defRPr>
                <a:solidFill>
                  <a:schemeClr val="dk2"/>
                </a:solidFill>
              </a:defRPr>
            </a:lvl5pPr>
            <a:lvl6pPr marL="2743200" lvl="5" indent="-317500">
              <a:spcBef>
                <a:spcPts val="1600"/>
              </a:spcBef>
              <a:spcAft>
                <a:spcPts val="0"/>
              </a:spcAft>
              <a:buClr>
                <a:schemeClr val="dk2"/>
              </a:buClr>
              <a:buSzPts val="1400"/>
              <a:buChar char="■"/>
              <a:defRPr>
                <a:solidFill>
                  <a:schemeClr val="dk2"/>
                </a:solidFill>
              </a:defRPr>
            </a:lvl6pPr>
            <a:lvl7pPr marL="3200400" lvl="6" indent="-317500">
              <a:spcBef>
                <a:spcPts val="1600"/>
              </a:spcBef>
              <a:spcAft>
                <a:spcPts val="0"/>
              </a:spcAft>
              <a:buClr>
                <a:schemeClr val="dk2"/>
              </a:buClr>
              <a:buSzPts val="1400"/>
              <a:buChar char="●"/>
              <a:defRPr>
                <a:solidFill>
                  <a:schemeClr val="dk2"/>
                </a:solidFill>
              </a:defRPr>
            </a:lvl7pPr>
            <a:lvl8pPr marL="3657600" lvl="7" indent="-317500">
              <a:spcBef>
                <a:spcPts val="1600"/>
              </a:spcBef>
              <a:spcAft>
                <a:spcPts val="0"/>
              </a:spcAft>
              <a:buClr>
                <a:schemeClr val="dk2"/>
              </a:buClr>
              <a:buSzPts val="1400"/>
              <a:buChar char="○"/>
              <a:defRPr>
                <a:solidFill>
                  <a:schemeClr val="dk2"/>
                </a:solidFill>
              </a:defRPr>
            </a:lvl8pPr>
            <a:lvl9pPr marL="4114800" lvl="8" indent="-317500">
              <a:spcBef>
                <a:spcPts val="1600"/>
              </a:spcBef>
              <a:spcAft>
                <a:spcPts val="1600"/>
              </a:spcAft>
              <a:buClr>
                <a:schemeClr val="dk2"/>
              </a:buClr>
              <a:buSzPts val="1400"/>
              <a:buChar char="■"/>
              <a:defRPr>
                <a:solidFill>
                  <a:schemeClr val="dk2"/>
                </a:solidFill>
              </a:defRPr>
            </a:lvl9pPr>
          </a:lstStyle>
          <a:p>
            <a:endParaRPr/>
          </a:p>
        </p:txBody>
      </p:sp>
      <p:sp>
        <p:nvSpPr>
          <p:cNvPr id="49" name="Google Shape;49;p9"/>
          <p:cNvSpPr txBox="1">
            <a:spLocks noGrp="1"/>
          </p:cNvSpPr>
          <p:nvPr>
            <p:ph type="title"/>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pic>
        <p:nvPicPr>
          <p:cNvPr id="51" name="Google Shape;51;p10"/>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52" name="Google Shape;52;p10"/>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53" name="Google Shape;53;p10"/>
          <p:cNvSpPr txBox="1">
            <a:spLocks noGrp="1"/>
          </p:cNvSpPr>
          <p:nvPr>
            <p:ph type="title"/>
          </p:nvPr>
        </p:nvSpPr>
        <p:spPr>
          <a:xfrm>
            <a:off x="1002325" y="711173"/>
            <a:ext cx="2403900" cy="1385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pic>
        <p:nvPicPr>
          <p:cNvPr id="55" name="Google Shape;55;p11"/>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56" name="Google Shape;56;p11"/>
          <p:cNvPicPr preferRelativeResize="0"/>
          <p:nvPr/>
        </p:nvPicPr>
        <p:blipFill rotWithShape="1">
          <a:blip r:embed="rId3">
            <a:alphaModFix/>
          </a:blip>
          <a:srcRect t="16734" r="8892" b="18300"/>
          <a:stretch/>
        </p:blipFill>
        <p:spPr>
          <a:xfrm rot="-5400000">
            <a:off x="4748475" y="480657"/>
            <a:ext cx="2036850" cy="846042"/>
          </a:xfrm>
          <a:prstGeom prst="rect">
            <a:avLst/>
          </a:prstGeom>
          <a:noFill/>
          <a:ln>
            <a:noFill/>
          </a:ln>
        </p:spPr>
      </p:pic>
      <p:pic>
        <p:nvPicPr>
          <p:cNvPr id="57" name="Google Shape;57;p11"/>
          <p:cNvPicPr preferRelativeResize="0"/>
          <p:nvPr/>
        </p:nvPicPr>
        <p:blipFill rotWithShape="1">
          <a:blip r:embed="rId3">
            <a:alphaModFix/>
          </a:blip>
          <a:srcRect t="16734" r="8892" b="18300"/>
          <a:stretch/>
        </p:blipFill>
        <p:spPr>
          <a:xfrm rot="-5400000">
            <a:off x="5339025" y="595407"/>
            <a:ext cx="2036850" cy="846042"/>
          </a:xfrm>
          <a:prstGeom prst="rect">
            <a:avLst/>
          </a:prstGeom>
          <a:noFill/>
          <a:ln>
            <a:noFill/>
          </a:ln>
        </p:spPr>
      </p:pic>
      <p:pic>
        <p:nvPicPr>
          <p:cNvPr id="58" name="Google Shape;58;p11"/>
          <p:cNvPicPr preferRelativeResize="0"/>
          <p:nvPr/>
        </p:nvPicPr>
        <p:blipFill rotWithShape="1">
          <a:blip r:embed="rId4">
            <a:alphaModFix/>
          </a:blip>
          <a:srcRect b="7123"/>
          <a:stretch/>
        </p:blipFill>
        <p:spPr>
          <a:xfrm>
            <a:off x="1974100" y="324738"/>
            <a:ext cx="5195775" cy="4494025"/>
          </a:xfrm>
          <a:prstGeom prst="rect">
            <a:avLst/>
          </a:prstGeom>
          <a:noFill/>
          <a:ln>
            <a:noFill/>
          </a:ln>
        </p:spPr>
      </p:pic>
      <p:sp>
        <p:nvSpPr>
          <p:cNvPr id="59" name="Google Shape;59;p11"/>
          <p:cNvSpPr txBox="1">
            <a:spLocks noGrp="1"/>
          </p:cNvSpPr>
          <p:nvPr>
            <p:ph type="title" hasCustomPrompt="1"/>
          </p:nvPr>
        </p:nvSpPr>
        <p:spPr>
          <a:xfrm>
            <a:off x="2838275" y="1645347"/>
            <a:ext cx="4001700" cy="1137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7200"/>
              <a:buNone/>
              <a:defRPr sz="7200" b="0">
                <a:solidFill>
                  <a:schemeClr val="dk2"/>
                </a:solidFill>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r>
              <a:t>xx%</a:t>
            </a:r>
          </a:p>
        </p:txBody>
      </p:sp>
      <p:sp>
        <p:nvSpPr>
          <p:cNvPr id="60" name="Google Shape;60;p11"/>
          <p:cNvSpPr txBox="1">
            <a:spLocks noGrp="1"/>
          </p:cNvSpPr>
          <p:nvPr>
            <p:ph type="body" idx="1"/>
          </p:nvPr>
        </p:nvSpPr>
        <p:spPr>
          <a:xfrm>
            <a:off x="3335675" y="3062950"/>
            <a:ext cx="30069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dk2"/>
              </a:buClr>
              <a:buSzPts val="1800"/>
              <a:buChar char="●"/>
              <a:defRPr>
                <a:solidFill>
                  <a:schemeClr val="dk2"/>
                </a:solidFill>
              </a:defRPr>
            </a:lvl1pPr>
            <a:lvl2pPr marL="914400" lvl="1" indent="-342900" algn="ctr">
              <a:spcBef>
                <a:spcPts val="1600"/>
              </a:spcBef>
              <a:spcAft>
                <a:spcPts val="0"/>
              </a:spcAft>
              <a:buClr>
                <a:schemeClr val="dk2"/>
              </a:buClr>
              <a:buSzPts val="1800"/>
              <a:buChar char="○"/>
              <a:defRPr sz="1800">
                <a:solidFill>
                  <a:schemeClr val="dk2"/>
                </a:solidFill>
              </a:defRPr>
            </a:lvl2pPr>
            <a:lvl3pPr marL="1371600" lvl="2" indent="-342900" algn="ctr">
              <a:spcBef>
                <a:spcPts val="1600"/>
              </a:spcBef>
              <a:spcAft>
                <a:spcPts val="0"/>
              </a:spcAft>
              <a:buClr>
                <a:schemeClr val="dk2"/>
              </a:buClr>
              <a:buSzPts val="1800"/>
              <a:buChar char="■"/>
              <a:defRPr sz="1800">
                <a:solidFill>
                  <a:schemeClr val="dk2"/>
                </a:solidFill>
              </a:defRPr>
            </a:lvl3pPr>
            <a:lvl4pPr marL="1828800" lvl="3" indent="-342900" algn="ctr">
              <a:spcBef>
                <a:spcPts val="1600"/>
              </a:spcBef>
              <a:spcAft>
                <a:spcPts val="0"/>
              </a:spcAft>
              <a:buClr>
                <a:schemeClr val="dk2"/>
              </a:buClr>
              <a:buSzPts val="1800"/>
              <a:buChar char="●"/>
              <a:defRPr sz="1800">
                <a:solidFill>
                  <a:schemeClr val="dk2"/>
                </a:solidFill>
              </a:defRPr>
            </a:lvl4pPr>
            <a:lvl5pPr marL="2286000" lvl="4" indent="-342900" algn="ctr">
              <a:spcBef>
                <a:spcPts val="1600"/>
              </a:spcBef>
              <a:spcAft>
                <a:spcPts val="0"/>
              </a:spcAft>
              <a:buClr>
                <a:schemeClr val="dk2"/>
              </a:buClr>
              <a:buSzPts val="1800"/>
              <a:buChar char="○"/>
              <a:defRPr sz="1800">
                <a:solidFill>
                  <a:schemeClr val="dk2"/>
                </a:solidFill>
              </a:defRPr>
            </a:lvl5pPr>
            <a:lvl6pPr marL="2743200" lvl="5" indent="-342900" algn="ctr">
              <a:spcBef>
                <a:spcPts val="1600"/>
              </a:spcBef>
              <a:spcAft>
                <a:spcPts val="0"/>
              </a:spcAft>
              <a:buClr>
                <a:schemeClr val="dk2"/>
              </a:buClr>
              <a:buSzPts val="1800"/>
              <a:buChar char="■"/>
              <a:defRPr sz="1800">
                <a:solidFill>
                  <a:schemeClr val="dk2"/>
                </a:solidFill>
              </a:defRPr>
            </a:lvl6pPr>
            <a:lvl7pPr marL="3200400" lvl="6" indent="-342900" algn="ctr">
              <a:spcBef>
                <a:spcPts val="1600"/>
              </a:spcBef>
              <a:spcAft>
                <a:spcPts val="0"/>
              </a:spcAft>
              <a:buClr>
                <a:schemeClr val="dk2"/>
              </a:buClr>
              <a:buSzPts val="1800"/>
              <a:buChar char="●"/>
              <a:defRPr sz="1800">
                <a:solidFill>
                  <a:schemeClr val="dk2"/>
                </a:solidFill>
              </a:defRPr>
            </a:lvl7pPr>
            <a:lvl8pPr marL="3657600" lvl="7" indent="-342900" algn="ctr">
              <a:spcBef>
                <a:spcPts val="1600"/>
              </a:spcBef>
              <a:spcAft>
                <a:spcPts val="0"/>
              </a:spcAft>
              <a:buClr>
                <a:schemeClr val="dk2"/>
              </a:buClr>
              <a:buSzPts val="1800"/>
              <a:buChar char="○"/>
              <a:defRPr sz="1800">
                <a:solidFill>
                  <a:schemeClr val="dk2"/>
                </a:solidFill>
              </a:defRPr>
            </a:lvl8pPr>
            <a:lvl9pPr marL="4114800" lvl="8" indent="-342900" algn="ctr">
              <a:spcBef>
                <a:spcPts val="1600"/>
              </a:spcBef>
              <a:spcAft>
                <a:spcPts val="1600"/>
              </a:spcAft>
              <a:buClr>
                <a:schemeClr val="dk2"/>
              </a:buClr>
              <a:buSzPts val="1800"/>
              <a:buChar char="■"/>
              <a:defRPr sz="1800">
                <a:solidFill>
                  <a:schemeClr val="dk2"/>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
    <p:spTree>
      <p:nvGrpSpPr>
        <p:cNvPr id="1" name="Shape 62"/>
        <p:cNvGrpSpPr/>
        <p:nvPr/>
      </p:nvGrpSpPr>
      <p:grpSpPr>
        <a:xfrm>
          <a:off x="0" y="0"/>
          <a:ext cx="0" cy="0"/>
          <a:chOff x="0" y="0"/>
          <a:chExt cx="0" cy="0"/>
        </a:xfrm>
      </p:grpSpPr>
      <p:pic>
        <p:nvPicPr>
          <p:cNvPr id="63" name="Google Shape;63;p1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64" name="Google Shape;64;p13"/>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65" name="Google Shape;65;p13"/>
          <p:cNvSpPr txBox="1">
            <a:spLocks noGrp="1"/>
          </p:cNvSpPr>
          <p:nvPr>
            <p:ph type="title"/>
          </p:nvPr>
        </p:nvSpPr>
        <p:spPr>
          <a:xfrm>
            <a:off x="907470" y="1705233"/>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66" name="Google Shape;66;p13"/>
          <p:cNvSpPr txBox="1">
            <a:spLocks noGrp="1"/>
          </p:cNvSpPr>
          <p:nvPr>
            <p:ph type="subTitle" idx="1"/>
          </p:nvPr>
        </p:nvSpPr>
        <p:spPr>
          <a:xfrm>
            <a:off x="929350" y="21612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67" name="Google Shape;67;p13"/>
          <p:cNvSpPr txBox="1">
            <a:spLocks noGrp="1"/>
          </p:cNvSpPr>
          <p:nvPr>
            <p:ph type="title" idx="2"/>
          </p:nvPr>
        </p:nvSpPr>
        <p:spPr>
          <a:xfrm>
            <a:off x="5318730" y="1705233"/>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68" name="Google Shape;68;p13"/>
          <p:cNvSpPr txBox="1">
            <a:spLocks noGrp="1"/>
          </p:cNvSpPr>
          <p:nvPr>
            <p:ph type="subTitle" idx="3"/>
          </p:nvPr>
        </p:nvSpPr>
        <p:spPr>
          <a:xfrm>
            <a:off x="5340612" y="21612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69" name="Google Shape;69;p13"/>
          <p:cNvSpPr txBox="1">
            <a:spLocks noGrp="1"/>
          </p:cNvSpPr>
          <p:nvPr>
            <p:ph type="title" idx="4"/>
          </p:nvPr>
        </p:nvSpPr>
        <p:spPr>
          <a:xfrm>
            <a:off x="907470" y="3221098"/>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70" name="Google Shape;70;p13"/>
          <p:cNvSpPr txBox="1">
            <a:spLocks noGrp="1"/>
          </p:cNvSpPr>
          <p:nvPr>
            <p:ph type="subTitle" idx="5"/>
          </p:nvPr>
        </p:nvSpPr>
        <p:spPr>
          <a:xfrm>
            <a:off x="929350" y="36858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71" name="Google Shape;71;p13"/>
          <p:cNvSpPr txBox="1">
            <a:spLocks noGrp="1"/>
          </p:cNvSpPr>
          <p:nvPr>
            <p:ph type="title" idx="6"/>
          </p:nvPr>
        </p:nvSpPr>
        <p:spPr>
          <a:xfrm>
            <a:off x="5318730" y="3221098"/>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72" name="Google Shape;72;p13"/>
          <p:cNvSpPr txBox="1">
            <a:spLocks noGrp="1"/>
          </p:cNvSpPr>
          <p:nvPr>
            <p:ph type="subTitle" idx="7"/>
          </p:nvPr>
        </p:nvSpPr>
        <p:spPr>
          <a:xfrm>
            <a:off x="5340612" y="3685874"/>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73" name="Google Shape;73;p13"/>
          <p:cNvSpPr txBox="1">
            <a:spLocks noGrp="1"/>
          </p:cNvSpPr>
          <p:nvPr>
            <p:ph type="title" idx="8"/>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Three columns">
  <p:cSld name="SECTION_TITLE_AND_DESCRIPTION_1_1">
    <p:spTree>
      <p:nvGrpSpPr>
        <p:cNvPr id="1" name="Shape 74"/>
        <p:cNvGrpSpPr/>
        <p:nvPr/>
      </p:nvGrpSpPr>
      <p:grpSpPr>
        <a:xfrm>
          <a:off x="0" y="0"/>
          <a:ext cx="0" cy="0"/>
          <a:chOff x="0" y="0"/>
          <a:chExt cx="0" cy="0"/>
        </a:xfrm>
      </p:grpSpPr>
      <p:pic>
        <p:nvPicPr>
          <p:cNvPr id="75" name="Google Shape;75;p14"/>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76" name="Google Shape;76;p14"/>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77" name="Google Shape;77;p14"/>
          <p:cNvSpPr txBox="1">
            <a:spLocks noGrp="1"/>
          </p:cNvSpPr>
          <p:nvPr>
            <p:ph type="title"/>
          </p:nvPr>
        </p:nvSpPr>
        <p:spPr>
          <a:xfrm>
            <a:off x="6013614" y="838400"/>
            <a:ext cx="23331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78" name="Google Shape;78;p14"/>
          <p:cNvSpPr txBox="1">
            <a:spLocks noGrp="1"/>
          </p:cNvSpPr>
          <p:nvPr>
            <p:ph type="subTitle" idx="1"/>
          </p:nvPr>
        </p:nvSpPr>
        <p:spPr>
          <a:xfrm>
            <a:off x="6013614" y="1199352"/>
            <a:ext cx="2333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79" name="Google Shape;79;p14"/>
          <p:cNvSpPr txBox="1">
            <a:spLocks noGrp="1"/>
          </p:cNvSpPr>
          <p:nvPr>
            <p:ph type="title" idx="2"/>
          </p:nvPr>
        </p:nvSpPr>
        <p:spPr>
          <a:xfrm>
            <a:off x="6013603" y="2104924"/>
            <a:ext cx="23331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0" name="Google Shape;80;p14"/>
          <p:cNvSpPr txBox="1">
            <a:spLocks noGrp="1"/>
          </p:cNvSpPr>
          <p:nvPr>
            <p:ph type="subTitle" idx="3"/>
          </p:nvPr>
        </p:nvSpPr>
        <p:spPr>
          <a:xfrm>
            <a:off x="6013601" y="2465876"/>
            <a:ext cx="2333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81" name="Google Shape;81;p14"/>
          <p:cNvSpPr txBox="1">
            <a:spLocks noGrp="1"/>
          </p:cNvSpPr>
          <p:nvPr>
            <p:ph type="title" idx="4"/>
          </p:nvPr>
        </p:nvSpPr>
        <p:spPr>
          <a:xfrm>
            <a:off x="6013618" y="3371448"/>
            <a:ext cx="23331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2" name="Google Shape;82;p14"/>
          <p:cNvSpPr txBox="1">
            <a:spLocks noGrp="1"/>
          </p:cNvSpPr>
          <p:nvPr>
            <p:ph type="subTitle" idx="5"/>
          </p:nvPr>
        </p:nvSpPr>
        <p:spPr>
          <a:xfrm>
            <a:off x="6013615" y="3732400"/>
            <a:ext cx="2333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83" name="Google Shape;83;p14"/>
          <p:cNvSpPr txBox="1">
            <a:spLocks noGrp="1"/>
          </p:cNvSpPr>
          <p:nvPr>
            <p:ph type="title" idx="6"/>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SECTION_TITLE_AND_DESCRIPTION_1_1_1">
    <p:spTree>
      <p:nvGrpSpPr>
        <p:cNvPr id="1" name="Shape 84"/>
        <p:cNvGrpSpPr/>
        <p:nvPr/>
      </p:nvGrpSpPr>
      <p:grpSpPr>
        <a:xfrm>
          <a:off x="0" y="0"/>
          <a:ext cx="0" cy="0"/>
          <a:chOff x="0" y="0"/>
          <a:chExt cx="0" cy="0"/>
        </a:xfrm>
      </p:grpSpPr>
      <p:pic>
        <p:nvPicPr>
          <p:cNvPr id="85" name="Google Shape;85;p15"/>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86" name="Google Shape;86;p15"/>
          <p:cNvPicPr preferRelativeResize="0"/>
          <p:nvPr/>
        </p:nvPicPr>
        <p:blipFill rotWithShape="1">
          <a:blip r:embed="rId3">
            <a:alphaModFix/>
          </a:blip>
          <a:srcRect t="16734" r="8892" b="18300"/>
          <a:stretch/>
        </p:blipFill>
        <p:spPr>
          <a:xfrm rot="-5400000">
            <a:off x="650175" y="465007"/>
            <a:ext cx="2036850" cy="846042"/>
          </a:xfrm>
          <a:prstGeom prst="rect">
            <a:avLst/>
          </a:prstGeom>
          <a:noFill/>
          <a:ln>
            <a:noFill/>
          </a:ln>
        </p:spPr>
      </p:pic>
      <p:pic>
        <p:nvPicPr>
          <p:cNvPr id="87" name="Google Shape;87;p15"/>
          <p:cNvPicPr preferRelativeResize="0"/>
          <p:nvPr/>
        </p:nvPicPr>
        <p:blipFill rotWithShape="1">
          <a:blip r:embed="rId3">
            <a:alphaModFix/>
          </a:blip>
          <a:srcRect t="16734" r="8892" b="18300"/>
          <a:stretch/>
        </p:blipFill>
        <p:spPr>
          <a:xfrm rot="-5400000">
            <a:off x="1262550" y="465007"/>
            <a:ext cx="2036850" cy="846042"/>
          </a:xfrm>
          <a:prstGeom prst="rect">
            <a:avLst/>
          </a:prstGeom>
          <a:noFill/>
          <a:ln>
            <a:noFill/>
          </a:ln>
        </p:spPr>
      </p:pic>
      <p:pic>
        <p:nvPicPr>
          <p:cNvPr id="88" name="Google Shape;88;p15"/>
          <p:cNvPicPr preferRelativeResize="0"/>
          <p:nvPr/>
        </p:nvPicPr>
        <p:blipFill rotWithShape="1">
          <a:blip r:embed="rId4">
            <a:alphaModFix/>
          </a:blip>
          <a:srcRect r="1545" b="6838"/>
          <a:stretch/>
        </p:blipFill>
        <p:spPr>
          <a:xfrm>
            <a:off x="384887" y="134900"/>
            <a:ext cx="8374226" cy="4873724"/>
          </a:xfrm>
          <a:prstGeom prst="rect">
            <a:avLst/>
          </a:prstGeom>
          <a:noFill/>
          <a:ln>
            <a:noFill/>
          </a:ln>
        </p:spPr>
      </p:pic>
      <p:sp>
        <p:nvSpPr>
          <p:cNvPr id="89" name="Google Shape;89;p15"/>
          <p:cNvSpPr txBox="1">
            <a:spLocks noGrp="1"/>
          </p:cNvSpPr>
          <p:nvPr>
            <p:ph type="title"/>
          </p:nvPr>
        </p:nvSpPr>
        <p:spPr>
          <a:xfrm>
            <a:off x="1922400" y="3538630"/>
            <a:ext cx="2140200" cy="488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600"/>
              <a:buFont typeface="Anonymous Pro"/>
              <a:buNone/>
              <a:defRPr sz="1600" b="0">
                <a:solidFill>
                  <a:schemeClr val="dk2"/>
                </a:solidFill>
                <a:latin typeface="Roboto Mono Medium"/>
                <a:ea typeface="Roboto Mono Medium"/>
                <a:cs typeface="Roboto Mono Medium"/>
                <a:sym typeface="Roboto Mono Medium"/>
              </a:defRPr>
            </a:lvl1pPr>
            <a:lvl2pPr lvl="1" rtl="0">
              <a:spcBef>
                <a:spcPts val="0"/>
              </a:spcBef>
              <a:spcAft>
                <a:spcPts val="0"/>
              </a:spcAft>
              <a:buSzPts val="2000"/>
              <a:buNone/>
              <a:defRPr sz="2000" b="1"/>
            </a:lvl2pPr>
            <a:lvl3pPr lvl="2" rtl="0">
              <a:spcBef>
                <a:spcPts val="0"/>
              </a:spcBef>
              <a:spcAft>
                <a:spcPts val="0"/>
              </a:spcAft>
              <a:buSzPts val="2000"/>
              <a:buNone/>
              <a:defRPr sz="2000" b="1"/>
            </a:lvl3pPr>
            <a:lvl4pPr lvl="3" rtl="0">
              <a:spcBef>
                <a:spcPts val="0"/>
              </a:spcBef>
              <a:spcAft>
                <a:spcPts val="0"/>
              </a:spcAft>
              <a:buSzPts val="2000"/>
              <a:buNone/>
              <a:defRPr sz="2000" b="1"/>
            </a:lvl4pPr>
            <a:lvl5pPr lvl="4" rtl="0">
              <a:spcBef>
                <a:spcPts val="0"/>
              </a:spcBef>
              <a:spcAft>
                <a:spcPts val="0"/>
              </a:spcAft>
              <a:buSzPts val="2000"/>
              <a:buNone/>
              <a:defRPr sz="2000" b="1"/>
            </a:lvl5pPr>
            <a:lvl6pPr lvl="5" rtl="0">
              <a:spcBef>
                <a:spcPts val="0"/>
              </a:spcBef>
              <a:spcAft>
                <a:spcPts val="0"/>
              </a:spcAft>
              <a:buSzPts val="2000"/>
              <a:buNone/>
              <a:defRPr sz="2000" b="1"/>
            </a:lvl6pPr>
            <a:lvl7pPr lvl="6" rtl="0">
              <a:spcBef>
                <a:spcPts val="0"/>
              </a:spcBef>
              <a:spcAft>
                <a:spcPts val="0"/>
              </a:spcAft>
              <a:buSzPts val="2000"/>
              <a:buNone/>
              <a:defRPr sz="2000" b="1"/>
            </a:lvl7pPr>
            <a:lvl8pPr lvl="7" rtl="0">
              <a:spcBef>
                <a:spcPts val="0"/>
              </a:spcBef>
              <a:spcAft>
                <a:spcPts val="0"/>
              </a:spcAft>
              <a:buSzPts val="2000"/>
              <a:buNone/>
              <a:defRPr sz="2000" b="1"/>
            </a:lvl8pPr>
            <a:lvl9pPr lvl="8" rtl="0">
              <a:spcBef>
                <a:spcPts val="0"/>
              </a:spcBef>
              <a:spcAft>
                <a:spcPts val="0"/>
              </a:spcAft>
              <a:buSzPts val="2000"/>
              <a:buNone/>
              <a:defRPr sz="2000" b="1"/>
            </a:lvl9pPr>
          </a:lstStyle>
          <a:p>
            <a:endParaRPr/>
          </a:p>
        </p:txBody>
      </p:sp>
      <p:sp>
        <p:nvSpPr>
          <p:cNvPr id="90" name="Google Shape;90;p15"/>
          <p:cNvSpPr txBox="1">
            <a:spLocks noGrp="1"/>
          </p:cNvSpPr>
          <p:nvPr>
            <p:ph type="subTitle" idx="1"/>
          </p:nvPr>
        </p:nvSpPr>
        <p:spPr>
          <a:xfrm>
            <a:off x="1922400" y="1269487"/>
            <a:ext cx="3439500" cy="218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Concert One"/>
              <a:buNone/>
              <a:defRPr sz="2400" b="1">
                <a:latin typeface="Concert One"/>
                <a:ea typeface="Concert One"/>
                <a:cs typeface="Concert One"/>
                <a:sym typeface="Concert One"/>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Four Columns">
  <p:cSld name="SECTION_TITLE_AND_DESCRIPTION_1_2">
    <p:spTree>
      <p:nvGrpSpPr>
        <p:cNvPr id="1" name="Shape 91"/>
        <p:cNvGrpSpPr/>
        <p:nvPr/>
      </p:nvGrpSpPr>
      <p:grpSpPr>
        <a:xfrm>
          <a:off x="0" y="0"/>
          <a:ext cx="0" cy="0"/>
          <a:chOff x="0" y="0"/>
          <a:chExt cx="0" cy="0"/>
        </a:xfrm>
      </p:grpSpPr>
      <p:pic>
        <p:nvPicPr>
          <p:cNvPr id="92" name="Google Shape;92;p1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93" name="Google Shape;93;p16"/>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94" name="Google Shape;94;p16"/>
          <p:cNvSpPr txBox="1">
            <a:spLocks noGrp="1"/>
          </p:cNvSpPr>
          <p:nvPr>
            <p:ph type="title"/>
          </p:nvPr>
        </p:nvSpPr>
        <p:spPr>
          <a:xfrm>
            <a:off x="602672" y="2010025"/>
            <a:ext cx="2695800" cy="488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100"/>
              <a:buNone/>
              <a:defRPr sz="2100"/>
            </a:lvl1pPr>
            <a:lvl2pPr lvl="1" algn="r" rtl="0">
              <a:spcBef>
                <a:spcPts val="0"/>
              </a:spcBef>
              <a:spcAft>
                <a:spcPts val="0"/>
              </a:spcAft>
              <a:buSzPts val="3900"/>
              <a:buNone/>
              <a:defRPr sz="3900"/>
            </a:lvl2pPr>
            <a:lvl3pPr lvl="2" algn="r" rtl="0">
              <a:spcBef>
                <a:spcPts val="0"/>
              </a:spcBef>
              <a:spcAft>
                <a:spcPts val="0"/>
              </a:spcAft>
              <a:buSzPts val="3900"/>
              <a:buNone/>
              <a:defRPr sz="3900"/>
            </a:lvl3pPr>
            <a:lvl4pPr lvl="3" algn="r" rtl="0">
              <a:spcBef>
                <a:spcPts val="0"/>
              </a:spcBef>
              <a:spcAft>
                <a:spcPts val="0"/>
              </a:spcAft>
              <a:buSzPts val="3900"/>
              <a:buNone/>
              <a:defRPr sz="3900"/>
            </a:lvl4pPr>
            <a:lvl5pPr lvl="4" algn="r" rtl="0">
              <a:spcBef>
                <a:spcPts val="0"/>
              </a:spcBef>
              <a:spcAft>
                <a:spcPts val="0"/>
              </a:spcAft>
              <a:buSzPts val="3900"/>
              <a:buNone/>
              <a:defRPr sz="3900"/>
            </a:lvl5pPr>
            <a:lvl6pPr lvl="5" algn="r" rtl="0">
              <a:spcBef>
                <a:spcPts val="0"/>
              </a:spcBef>
              <a:spcAft>
                <a:spcPts val="0"/>
              </a:spcAft>
              <a:buSzPts val="3900"/>
              <a:buNone/>
              <a:defRPr sz="3900"/>
            </a:lvl6pPr>
            <a:lvl7pPr lvl="6" algn="r" rtl="0">
              <a:spcBef>
                <a:spcPts val="0"/>
              </a:spcBef>
              <a:spcAft>
                <a:spcPts val="0"/>
              </a:spcAft>
              <a:buSzPts val="3900"/>
              <a:buNone/>
              <a:defRPr sz="3900"/>
            </a:lvl7pPr>
            <a:lvl8pPr lvl="7" algn="r" rtl="0">
              <a:spcBef>
                <a:spcPts val="0"/>
              </a:spcBef>
              <a:spcAft>
                <a:spcPts val="0"/>
              </a:spcAft>
              <a:buSzPts val="3900"/>
              <a:buNone/>
              <a:defRPr sz="3900"/>
            </a:lvl8pPr>
            <a:lvl9pPr lvl="8" algn="r" rtl="0">
              <a:spcBef>
                <a:spcPts val="0"/>
              </a:spcBef>
              <a:spcAft>
                <a:spcPts val="0"/>
              </a:spcAft>
              <a:buSzPts val="3900"/>
              <a:buNone/>
              <a:defRPr sz="3900"/>
            </a:lvl9pPr>
          </a:lstStyle>
          <a:p>
            <a:endParaRPr/>
          </a:p>
        </p:txBody>
      </p:sp>
      <p:sp>
        <p:nvSpPr>
          <p:cNvPr id="95" name="Google Shape;95;p16"/>
          <p:cNvSpPr txBox="1">
            <a:spLocks noGrp="1"/>
          </p:cNvSpPr>
          <p:nvPr>
            <p:ph type="subTitle" idx="1"/>
          </p:nvPr>
        </p:nvSpPr>
        <p:spPr>
          <a:xfrm>
            <a:off x="839201" y="2389868"/>
            <a:ext cx="2459400" cy="71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96" name="Google Shape;96;p16"/>
          <p:cNvSpPr txBox="1">
            <a:spLocks noGrp="1"/>
          </p:cNvSpPr>
          <p:nvPr>
            <p:ph type="title" idx="2"/>
          </p:nvPr>
        </p:nvSpPr>
        <p:spPr>
          <a:xfrm>
            <a:off x="5845528" y="2010025"/>
            <a:ext cx="26958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97" name="Google Shape;97;p16"/>
          <p:cNvSpPr txBox="1">
            <a:spLocks noGrp="1"/>
          </p:cNvSpPr>
          <p:nvPr>
            <p:ph type="subTitle" idx="3"/>
          </p:nvPr>
        </p:nvSpPr>
        <p:spPr>
          <a:xfrm>
            <a:off x="5845522" y="2389875"/>
            <a:ext cx="24594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98" name="Google Shape;98;p16"/>
          <p:cNvSpPr txBox="1">
            <a:spLocks noGrp="1"/>
          </p:cNvSpPr>
          <p:nvPr>
            <p:ph type="title" idx="4"/>
          </p:nvPr>
        </p:nvSpPr>
        <p:spPr>
          <a:xfrm>
            <a:off x="602672" y="3449699"/>
            <a:ext cx="2695800" cy="488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100"/>
              <a:buNone/>
              <a:defRPr sz="2100"/>
            </a:lvl1pPr>
            <a:lvl2pPr lvl="1" algn="r" rtl="0">
              <a:spcBef>
                <a:spcPts val="0"/>
              </a:spcBef>
              <a:spcAft>
                <a:spcPts val="0"/>
              </a:spcAft>
              <a:buSzPts val="3900"/>
              <a:buNone/>
              <a:defRPr sz="3900"/>
            </a:lvl2pPr>
            <a:lvl3pPr lvl="2" algn="r" rtl="0">
              <a:spcBef>
                <a:spcPts val="0"/>
              </a:spcBef>
              <a:spcAft>
                <a:spcPts val="0"/>
              </a:spcAft>
              <a:buSzPts val="3900"/>
              <a:buNone/>
              <a:defRPr sz="3900"/>
            </a:lvl3pPr>
            <a:lvl4pPr lvl="3" algn="r" rtl="0">
              <a:spcBef>
                <a:spcPts val="0"/>
              </a:spcBef>
              <a:spcAft>
                <a:spcPts val="0"/>
              </a:spcAft>
              <a:buSzPts val="3900"/>
              <a:buNone/>
              <a:defRPr sz="3900"/>
            </a:lvl4pPr>
            <a:lvl5pPr lvl="4" algn="r" rtl="0">
              <a:spcBef>
                <a:spcPts val="0"/>
              </a:spcBef>
              <a:spcAft>
                <a:spcPts val="0"/>
              </a:spcAft>
              <a:buSzPts val="3900"/>
              <a:buNone/>
              <a:defRPr sz="3900"/>
            </a:lvl5pPr>
            <a:lvl6pPr lvl="5" algn="r" rtl="0">
              <a:spcBef>
                <a:spcPts val="0"/>
              </a:spcBef>
              <a:spcAft>
                <a:spcPts val="0"/>
              </a:spcAft>
              <a:buSzPts val="3900"/>
              <a:buNone/>
              <a:defRPr sz="3900"/>
            </a:lvl6pPr>
            <a:lvl7pPr lvl="6" algn="r" rtl="0">
              <a:spcBef>
                <a:spcPts val="0"/>
              </a:spcBef>
              <a:spcAft>
                <a:spcPts val="0"/>
              </a:spcAft>
              <a:buSzPts val="3900"/>
              <a:buNone/>
              <a:defRPr sz="3900"/>
            </a:lvl7pPr>
            <a:lvl8pPr lvl="7" algn="r" rtl="0">
              <a:spcBef>
                <a:spcPts val="0"/>
              </a:spcBef>
              <a:spcAft>
                <a:spcPts val="0"/>
              </a:spcAft>
              <a:buSzPts val="3900"/>
              <a:buNone/>
              <a:defRPr sz="3900"/>
            </a:lvl8pPr>
            <a:lvl9pPr lvl="8" algn="r" rtl="0">
              <a:spcBef>
                <a:spcPts val="0"/>
              </a:spcBef>
              <a:spcAft>
                <a:spcPts val="0"/>
              </a:spcAft>
              <a:buSzPts val="3900"/>
              <a:buNone/>
              <a:defRPr sz="3900"/>
            </a:lvl9pPr>
          </a:lstStyle>
          <a:p>
            <a:endParaRPr/>
          </a:p>
        </p:txBody>
      </p:sp>
      <p:sp>
        <p:nvSpPr>
          <p:cNvPr id="99" name="Google Shape;99;p16"/>
          <p:cNvSpPr txBox="1">
            <a:spLocks noGrp="1"/>
          </p:cNvSpPr>
          <p:nvPr>
            <p:ph type="subTitle" idx="5"/>
          </p:nvPr>
        </p:nvSpPr>
        <p:spPr>
          <a:xfrm>
            <a:off x="839201" y="3838273"/>
            <a:ext cx="2459400" cy="71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00" name="Google Shape;100;p16"/>
          <p:cNvSpPr txBox="1">
            <a:spLocks noGrp="1"/>
          </p:cNvSpPr>
          <p:nvPr>
            <p:ph type="title" idx="6"/>
          </p:nvPr>
        </p:nvSpPr>
        <p:spPr>
          <a:xfrm>
            <a:off x="5845528" y="3449695"/>
            <a:ext cx="26958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101" name="Google Shape;101;p16"/>
          <p:cNvSpPr txBox="1">
            <a:spLocks noGrp="1"/>
          </p:cNvSpPr>
          <p:nvPr>
            <p:ph type="subTitle" idx="7"/>
          </p:nvPr>
        </p:nvSpPr>
        <p:spPr>
          <a:xfrm>
            <a:off x="5845522" y="3838276"/>
            <a:ext cx="24594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02" name="Google Shape;102;p16"/>
          <p:cNvSpPr txBox="1">
            <a:spLocks noGrp="1"/>
          </p:cNvSpPr>
          <p:nvPr>
            <p:ph type="title" idx="8"/>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Two Columns">
  <p:cSld name="SECTION_TITLE_AND_DESCRIPTION_1_1_2">
    <p:spTree>
      <p:nvGrpSpPr>
        <p:cNvPr id="1" name="Shape 114"/>
        <p:cNvGrpSpPr/>
        <p:nvPr/>
      </p:nvGrpSpPr>
      <p:grpSpPr>
        <a:xfrm>
          <a:off x="0" y="0"/>
          <a:ext cx="0" cy="0"/>
          <a:chOff x="0" y="0"/>
          <a:chExt cx="0" cy="0"/>
        </a:xfrm>
      </p:grpSpPr>
      <p:pic>
        <p:nvPicPr>
          <p:cNvPr id="115" name="Google Shape;115;p18"/>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16" name="Google Shape;116;p18"/>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117" name="Google Shape;117;p18"/>
          <p:cNvSpPr txBox="1">
            <a:spLocks noGrp="1"/>
          </p:cNvSpPr>
          <p:nvPr>
            <p:ph type="title"/>
          </p:nvPr>
        </p:nvSpPr>
        <p:spPr>
          <a:xfrm>
            <a:off x="6166050" y="1183210"/>
            <a:ext cx="21402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8" name="Google Shape;118;p18"/>
          <p:cNvSpPr txBox="1">
            <a:spLocks noGrp="1"/>
          </p:cNvSpPr>
          <p:nvPr>
            <p:ph type="subTitle" idx="1"/>
          </p:nvPr>
        </p:nvSpPr>
        <p:spPr>
          <a:xfrm>
            <a:off x="6166050" y="1620375"/>
            <a:ext cx="2140200" cy="92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119" name="Google Shape;119;p18"/>
          <p:cNvSpPr txBox="1">
            <a:spLocks noGrp="1"/>
          </p:cNvSpPr>
          <p:nvPr>
            <p:ph type="title" idx="2"/>
          </p:nvPr>
        </p:nvSpPr>
        <p:spPr>
          <a:xfrm>
            <a:off x="6166040" y="2678335"/>
            <a:ext cx="21402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20" name="Google Shape;120;p18"/>
          <p:cNvSpPr txBox="1">
            <a:spLocks noGrp="1"/>
          </p:cNvSpPr>
          <p:nvPr>
            <p:ph type="subTitle" idx="3"/>
          </p:nvPr>
        </p:nvSpPr>
        <p:spPr>
          <a:xfrm>
            <a:off x="6166050" y="3115508"/>
            <a:ext cx="2140200" cy="92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121" name="Google Shape;121;p18"/>
          <p:cNvSpPr txBox="1">
            <a:spLocks noGrp="1"/>
          </p:cNvSpPr>
          <p:nvPr>
            <p:ph type="title" idx="4"/>
          </p:nvPr>
        </p:nvSpPr>
        <p:spPr>
          <a:xfrm>
            <a:off x="1002325" y="711175"/>
            <a:ext cx="2666700" cy="11664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157"/>
        <p:cNvGrpSpPr/>
        <p:nvPr/>
      </p:nvGrpSpPr>
      <p:grpSpPr>
        <a:xfrm>
          <a:off x="0" y="0"/>
          <a:ext cx="0" cy="0"/>
          <a:chOff x="0" y="0"/>
          <a:chExt cx="0" cy="0"/>
        </a:xfrm>
      </p:grpSpPr>
      <p:pic>
        <p:nvPicPr>
          <p:cNvPr id="158" name="Google Shape;158;p2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APTION_ONLY_1_1">
    <p:spTree>
      <p:nvGrpSpPr>
        <p:cNvPr id="1" name="Shape 159"/>
        <p:cNvGrpSpPr/>
        <p:nvPr/>
      </p:nvGrpSpPr>
      <p:grpSpPr>
        <a:xfrm>
          <a:off x="0" y="0"/>
          <a:ext cx="0" cy="0"/>
          <a:chOff x="0" y="0"/>
          <a:chExt cx="0" cy="0"/>
        </a:xfrm>
      </p:grpSpPr>
      <p:pic>
        <p:nvPicPr>
          <p:cNvPr id="160" name="Google Shape;160;p24"/>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1" name="Google Shape;161;p24"/>
          <p:cNvPicPr preferRelativeResize="0"/>
          <p:nvPr/>
        </p:nvPicPr>
        <p:blipFill>
          <a:blip r:embed="rId3">
            <a:alphaModFix/>
          </a:blip>
          <a:stretch>
            <a:fillRect/>
          </a:stretch>
        </p:blipFill>
        <p:spPr>
          <a:xfrm>
            <a:off x="255775" y="186275"/>
            <a:ext cx="8632448" cy="477094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2">
  <p:cSld name="SECTION_TITLE_AND_DESCRIPTION_1_1_3_1">
    <p:spTree>
      <p:nvGrpSpPr>
        <p:cNvPr id="1" name="Shape 162"/>
        <p:cNvGrpSpPr/>
        <p:nvPr/>
      </p:nvGrpSpPr>
      <p:grpSpPr>
        <a:xfrm>
          <a:off x="0" y="0"/>
          <a:ext cx="0" cy="0"/>
          <a:chOff x="0" y="0"/>
          <a:chExt cx="0" cy="0"/>
        </a:xfrm>
      </p:grpSpPr>
      <p:pic>
        <p:nvPicPr>
          <p:cNvPr id="163" name="Google Shape;163;p25"/>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4" name="Google Shape;164;p25"/>
          <p:cNvPicPr preferRelativeResize="0"/>
          <p:nvPr/>
        </p:nvPicPr>
        <p:blipFill>
          <a:blip r:embed="rId3">
            <a:alphaModFix/>
          </a:blip>
          <a:stretch>
            <a:fillRect/>
          </a:stretch>
        </p:blipFill>
        <p:spPr>
          <a:xfrm>
            <a:off x="254425" y="201113"/>
            <a:ext cx="8635149" cy="47412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3">
  <p:cSld name="BIG_NUMBER_1_1_2">
    <p:spTree>
      <p:nvGrpSpPr>
        <p:cNvPr id="1" name="Shape 165"/>
        <p:cNvGrpSpPr/>
        <p:nvPr/>
      </p:nvGrpSpPr>
      <p:grpSpPr>
        <a:xfrm>
          <a:off x="0" y="0"/>
          <a:ext cx="0" cy="0"/>
          <a:chOff x="0" y="0"/>
          <a:chExt cx="0" cy="0"/>
        </a:xfrm>
      </p:grpSpPr>
      <p:pic>
        <p:nvPicPr>
          <p:cNvPr id="166" name="Google Shape;166;p2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7" name="Google Shape;167;p26"/>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2"/>
              </a:buClr>
              <a:buSzPts val="2800"/>
              <a:buFont typeface="Concert One"/>
              <a:buNone/>
              <a:defRPr sz="2800" b="1">
                <a:solidFill>
                  <a:schemeClr val="accent2"/>
                </a:solidFill>
                <a:latin typeface="Concert One"/>
                <a:ea typeface="Concert One"/>
                <a:cs typeface="Concert One"/>
                <a:sym typeface="Concert One"/>
              </a:defRPr>
            </a:lvl1pPr>
            <a:lvl2pPr lvl="1">
              <a:spcBef>
                <a:spcPts val="0"/>
              </a:spcBef>
              <a:spcAft>
                <a:spcPts val="0"/>
              </a:spcAft>
              <a:buClr>
                <a:schemeClr val="accent2"/>
              </a:buClr>
              <a:buSzPts val="2800"/>
              <a:buNone/>
              <a:defRPr sz="2800">
                <a:solidFill>
                  <a:schemeClr val="accent2"/>
                </a:solidFill>
              </a:defRPr>
            </a:lvl2pPr>
            <a:lvl3pPr lvl="2">
              <a:spcBef>
                <a:spcPts val="0"/>
              </a:spcBef>
              <a:spcAft>
                <a:spcPts val="0"/>
              </a:spcAft>
              <a:buClr>
                <a:schemeClr val="accent2"/>
              </a:buClr>
              <a:buSzPts val="2800"/>
              <a:buNone/>
              <a:defRPr sz="2800">
                <a:solidFill>
                  <a:schemeClr val="accent2"/>
                </a:solidFill>
              </a:defRPr>
            </a:lvl3pPr>
            <a:lvl4pPr lvl="3">
              <a:spcBef>
                <a:spcPts val="0"/>
              </a:spcBef>
              <a:spcAft>
                <a:spcPts val="0"/>
              </a:spcAft>
              <a:buClr>
                <a:schemeClr val="accent2"/>
              </a:buClr>
              <a:buSzPts val="2800"/>
              <a:buNone/>
              <a:defRPr sz="2800">
                <a:solidFill>
                  <a:schemeClr val="accent2"/>
                </a:solidFill>
              </a:defRPr>
            </a:lvl4pPr>
            <a:lvl5pPr lvl="4">
              <a:spcBef>
                <a:spcPts val="0"/>
              </a:spcBef>
              <a:spcAft>
                <a:spcPts val="0"/>
              </a:spcAft>
              <a:buClr>
                <a:schemeClr val="accent2"/>
              </a:buClr>
              <a:buSzPts val="2800"/>
              <a:buNone/>
              <a:defRPr sz="2800">
                <a:solidFill>
                  <a:schemeClr val="accent2"/>
                </a:solidFill>
              </a:defRPr>
            </a:lvl5pPr>
            <a:lvl6pPr lvl="5">
              <a:spcBef>
                <a:spcPts val="0"/>
              </a:spcBef>
              <a:spcAft>
                <a:spcPts val="0"/>
              </a:spcAft>
              <a:buClr>
                <a:schemeClr val="accent2"/>
              </a:buClr>
              <a:buSzPts val="2800"/>
              <a:buNone/>
              <a:defRPr sz="2800">
                <a:solidFill>
                  <a:schemeClr val="accent2"/>
                </a:solidFill>
              </a:defRPr>
            </a:lvl6pPr>
            <a:lvl7pPr lvl="6">
              <a:spcBef>
                <a:spcPts val="0"/>
              </a:spcBef>
              <a:spcAft>
                <a:spcPts val="0"/>
              </a:spcAft>
              <a:buClr>
                <a:schemeClr val="accent2"/>
              </a:buClr>
              <a:buSzPts val="2800"/>
              <a:buNone/>
              <a:defRPr sz="2800">
                <a:solidFill>
                  <a:schemeClr val="accent2"/>
                </a:solidFill>
              </a:defRPr>
            </a:lvl7pPr>
            <a:lvl8pPr lvl="7">
              <a:spcBef>
                <a:spcPts val="0"/>
              </a:spcBef>
              <a:spcAft>
                <a:spcPts val="0"/>
              </a:spcAft>
              <a:buClr>
                <a:schemeClr val="accent2"/>
              </a:buClr>
              <a:buSzPts val="2800"/>
              <a:buNone/>
              <a:defRPr sz="2800">
                <a:solidFill>
                  <a:schemeClr val="accent2"/>
                </a:solidFill>
              </a:defRPr>
            </a:lvl8pPr>
            <a:lvl9pPr lvl="8">
              <a:spcBef>
                <a:spcPts val="0"/>
              </a:spcBef>
              <a:spcAft>
                <a:spcPts val="0"/>
              </a:spcAft>
              <a:buClr>
                <a:schemeClr val="accent2"/>
              </a:buClr>
              <a:buSzPts val="2800"/>
              <a:buNone/>
              <a:defRPr sz="2800">
                <a:solidFill>
                  <a:schemeClr val="accent2"/>
                </a:solidFill>
              </a:defRPr>
            </a:lvl9pPr>
          </a:lstStyle>
          <a:p>
            <a:endParaRPr/>
          </a:p>
        </p:txBody>
      </p:sp>
      <p:sp>
        <p:nvSpPr>
          <p:cNvPr id="7" name="Google Shape;7;p1"/>
          <p:cNvSpPr txBox="1">
            <a:spLocks noGrp="1"/>
          </p:cNvSpPr>
          <p:nvPr>
            <p:ph type="body" idx="1"/>
          </p:nvPr>
        </p:nvSpPr>
        <p:spPr>
          <a:xfrm>
            <a:off x="311700" y="1124900"/>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2"/>
              </a:buClr>
              <a:buSzPts val="1800"/>
              <a:buFont typeface="Roboto Mono Medium"/>
              <a:buChar char="●"/>
              <a:defRPr sz="1800">
                <a:solidFill>
                  <a:schemeClr val="accent2"/>
                </a:solidFill>
                <a:latin typeface="Roboto Mono Medium"/>
                <a:ea typeface="Roboto Mono Medium"/>
                <a:cs typeface="Roboto Mono Medium"/>
                <a:sym typeface="Roboto Mono Medium"/>
              </a:defRPr>
            </a:lvl1pPr>
            <a:lvl2pPr marL="914400" lvl="1"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2pPr>
            <a:lvl3pPr marL="1371600" lvl="2"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3pPr>
            <a:lvl4pPr marL="1828800" lvl="3"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4pPr>
            <a:lvl5pPr marL="2286000" lvl="4"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5pPr>
            <a:lvl6pPr marL="2743200" lvl="5"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6pPr>
            <a:lvl7pPr marL="3200400" lvl="6"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7pPr>
            <a:lvl8pPr marL="3657600" lvl="7"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8pPr>
            <a:lvl9pPr marL="4114800" lvl="8" indent="-317500">
              <a:lnSpc>
                <a:spcPct val="100000"/>
              </a:lnSpc>
              <a:spcBef>
                <a:spcPts val="1600"/>
              </a:spcBef>
              <a:spcAft>
                <a:spcPts val="160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9" r:id="rId16"/>
    <p:sldLayoutId id="2147483670" r:id="rId17"/>
    <p:sldLayoutId id="2147483671" r:id="rId18"/>
    <p:sldLayoutId id="2147483672"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2.jp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wnload.com.vn/jira-99174"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hyperlink" Target="https://www.youtube.com/watch?v=GWxMTvRGIpc&amp;t=134s" TargetMode="External"/><Relationship Id="rId5" Type="http://schemas.openxmlformats.org/officeDocument/2006/relationships/hyperlink" Target="https://www.youtube.com/watch?v=KSPItqRYvQY" TargetMode="Externa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31.jp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8" name="Google Shape;178;p29"/>
          <p:cNvSpPr/>
          <p:nvPr/>
        </p:nvSpPr>
        <p:spPr>
          <a:xfrm>
            <a:off x="2640700" y="2929265"/>
            <a:ext cx="617075" cy="15875"/>
          </a:xfrm>
          <a:custGeom>
            <a:avLst/>
            <a:gdLst/>
            <a:ahLst/>
            <a:cxnLst/>
            <a:rect l="l" t="t" r="r" b="b"/>
            <a:pathLst>
              <a:path w="24683" h="635" extrusionOk="0">
                <a:moveTo>
                  <a:pt x="0" y="635"/>
                </a:moveTo>
                <a:cubicBezTo>
                  <a:pt x="8115" y="-719"/>
                  <a:pt x="16455" y="635"/>
                  <a:pt x="24683" y="635"/>
                </a:cubicBezTo>
              </a:path>
            </a:pathLst>
          </a:custGeom>
          <a:noFill/>
          <a:ln w="76200" cap="flat" cmpd="sng">
            <a:solidFill>
              <a:schemeClr val="accent1"/>
            </a:solidFill>
            <a:prstDash val="solid"/>
            <a:round/>
            <a:headEnd type="none" w="med" len="med"/>
            <a:tailEnd type="none" w="med" len="med"/>
          </a:ln>
        </p:spPr>
      </p:sp>
      <p:sp>
        <p:nvSpPr>
          <p:cNvPr id="179" name="Google Shape;179;p29"/>
          <p:cNvSpPr/>
          <p:nvPr/>
        </p:nvSpPr>
        <p:spPr>
          <a:xfrm>
            <a:off x="5822625" y="2886561"/>
            <a:ext cx="613650" cy="13775"/>
          </a:xfrm>
          <a:custGeom>
            <a:avLst/>
            <a:gdLst/>
            <a:ahLst/>
            <a:cxnLst/>
            <a:rect l="l" t="t" r="r" b="b"/>
            <a:pathLst>
              <a:path w="24546" h="551" extrusionOk="0">
                <a:moveTo>
                  <a:pt x="0" y="551"/>
                </a:moveTo>
                <a:cubicBezTo>
                  <a:pt x="8133" y="-353"/>
                  <a:pt x="16363" y="137"/>
                  <a:pt x="24546" y="137"/>
                </a:cubicBezTo>
              </a:path>
            </a:pathLst>
          </a:custGeom>
          <a:noFill/>
          <a:ln w="76200" cap="flat" cmpd="sng">
            <a:solidFill>
              <a:schemeClr val="accent1"/>
            </a:solidFill>
            <a:prstDash val="solid"/>
            <a:round/>
            <a:headEnd type="none" w="med" len="med"/>
            <a:tailEnd type="none" w="med" len="med"/>
          </a:ln>
        </p:spPr>
      </p:sp>
      <p:sp>
        <p:nvSpPr>
          <p:cNvPr id="180" name="Google Shape;180;p29"/>
          <p:cNvSpPr/>
          <p:nvPr/>
        </p:nvSpPr>
        <p:spPr>
          <a:xfrm>
            <a:off x="1889900" y="4413504"/>
            <a:ext cx="992850" cy="102600"/>
          </a:xfrm>
          <a:custGeom>
            <a:avLst/>
            <a:gdLst/>
            <a:ahLst/>
            <a:cxnLst/>
            <a:rect l="l" t="t" r="r" b="b"/>
            <a:pathLst>
              <a:path w="39714" h="4104" extrusionOk="0">
                <a:moveTo>
                  <a:pt x="0" y="4104"/>
                </a:moveTo>
                <a:cubicBezTo>
                  <a:pt x="11382" y="-2730"/>
                  <a:pt x="26437" y="1070"/>
                  <a:pt x="39714" y="1070"/>
                </a:cubicBezTo>
              </a:path>
            </a:pathLst>
          </a:custGeom>
          <a:noFill/>
          <a:ln w="28575" cap="flat" cmpd="sng">
            <a:solidFill>
              <a:schemeClr val="accent4"/>
            </a:solidFill>
            <a:prstDash val="solid"/>
            <a:round/>
            <a:headEnd type="none" w="med" len="med"/>
            <a:tailEnd type="none" w="med" len="med"/>
          </a:ln>
        </p:spPr>
      </p:sp>
      <p:pic>
        <p:nvPicPr>
          <p:cNvPr id="181" name="Google Shape;181;p29"/>
          <p:cNvPicPr preferRelativeResize="0"/>
          <p:nvPr/>
        </p:nvPicPr>
        <p:blipFill rotWithShape="1">
          <a:blip r:embed="rId3">
            <a:alphaModFix/>
          </a:blip>
          <a:srcRect t="16970" r="8892" b="21025"/>
          <a:stretch/>
        </p:blipFill>
        <p:spPr>
          <a:xfrm>
            <a:off x="1404180" y="1965909"/>
            <a:ext cx="2036850" cy="810276"/>
          </a:xfrm>
          <a:prstGeom prst="rect">
            <a:avLst/>
          </a:prstGeom>
          <a:noFill/>
          <a:ln>
            <a:noFill/>
          </a:ln>
        </p:spPr>
      </p:pic>
      <p:pic>
        <p:nvPicPr>
          <p:cNvPr id="182" name="Google Shape;182;p29"/>
          <p:cNvPicPr preferRelativeResize="0"/>
          <p:nvPr/>
        </p:nvPicPr>
        <p:blipFill rotWithShape="1">
          <a:blip r:embed="rId4">
            <a:alphaModFix/>
          </a:blip>
          <a:srcRect t="16734" r="8892" b="18300"/>
          <a:stretch/>
        </p:blipFill>
        <p:spPr>
          <a:xfrm>
            <a:off x="6812246" y="3722501"/>
            <a:ext cx="2036850" cy="846042"/>
          </a:xfrm>
          <a:prstGeom prst="rect">
            <a:avLst/>
          </a:prstGeom>
          <a:noFill/>
          <a:ln>
            <a:noFill/>
          </a:ln>
        </p:spPr>
      </p:pic>
      <p:sp>
        <p:nvSpPr>
          <p:cNvPr id="9" name="Title 8"/>
          <p:cNvSpPr>
            <a:spLocks noGrp="1"/>
          </p:cNvSpPr>
          <p:nvPr>
            <p:ph type="ctrTitle"/>
          </p:nvPr>
        </p:nvSpPr>
        <p:spPr>
          <a:xfrm>
            <a:off x="1404180" y="1232093"/>
            <a:ext cx="6077664" cy="966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914400" eaLnBrk="0" fontAlgn="base" hangingPunct="0">
              <a:spcBef>
                <a:spcPct val="0"/>
              </a:spcBef>
              <a:spcAft>
                <a:spcPct val="0"/>
              </a:spcAft>
            </a:pPr>
            <a:r>
              <a:rPr lang="vi-VN" sz="1800" b="1" dirty="0">
                <a:solidFill>
                  <a:schemeClr val="bg2">
                    <a:lumMod val="50000"/>
                  </a:schemeClr>
                </a:solidFill>
                <a:latin typeface="Times New Roman" panose="02020603050405020304" pitchFamily="18" charset="0"/>
                <a:ea typeface="Calibri" panose="020F0502020204030204" pitchFamily="34" charset="0"/>
                <a:cs typeface="Times New Roman" panose="02020603050405020304" pitchFamily="18" charset="0"/>
              </a:rPr>
              <a:t>TRƯỜNG ĐẠI HỌC SƯ PHẠM KỸ THUẬT HƯNG YÊN</a:t>
            </a:r>
            <a:endParaRPr lang="en-US" sz="1800" b="1" dirty="0">
              <a:solidFill>
                <a:schemeClr val="bg2">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algn="ctr" defTabSz="914400" eaLnBrk="0" fontAlgn="base" hangingPunct="0">
              <a:spcBef>
                <a:spcPct val="0"/>
              </a:spcBef>
              <a:spcAft>
                <a:spcPct val="0"/>
              </a:spcAft>
            </a:pPr>
            <a:r>
              <a:rPr lang="en-US" sz="1500" b="1" dirty="0">
                <a:solidFill>
                  <a:schemeClr val="bg2">
                    <a:lumMod val="50000"/>
                  </a:schemeClr>
                </a:solidFill>
                <a:latin typeface="Times New Roman" panose="02020603050405020304" pitchFamily="18" charset="0"/>
                <a:cs typeface="Times New Roman" panose="02020603050405020304" pitchFamily="18" charset="0"/>
              </a:rPr>
              <a:t>KHOA </a:t>
            </a:r>
            <a:r>
              <a:rPr lang="vi-VN" sz="1500" b="1" dirty="0">
                <a:solidFill>
                  <a:schemeClr val="bg2">
                    <a:lumMod val="50000"/>
                  </a:schemeClr>
                </a:solidFill>
                <a:latin typeface="Times New Roman" panose="02020603050405020304" pitchFamily="18" charset="0"/>
                <a:cs typeface="Times New Roman" panose="02020603050405020304" pitchFamily="18" charset="0"/>
              </a:rPr>
              <a:t>CÔNG NGHỆ THÔNG TIN</a:t>
            </a:r>
            <a:endParaRPr lang="vi-VN" sz="1500" dirty="0">
              <a:solidFill>
                <a:schemeClr val="bg2">
                  <a:lumMod val="50000"/>
                </a:schemeClr>
              </a:solidFill>
            </a:endParaRPr>
          </a:p>
          <a:p>
            <a:pPr algn="ctr"/>
            <a:endParaRPr lang="en-US" dirty="0"/>
          </a:p>
        </p:txBody>
      </p:sp>
      <p:sp>
        <p:nvSpPr>
          <p:cNvPr id="2" name="Rectangle 1"/>
          <p:cNvSpPr/>
          <p:nvPr/>
        </p:nvSpPr>
        <p:spPr>
          <a:xfrm>
            <a:off x="1889900" y="1618579"/>
            <a:ext cx="5717255" cy="360850"/>
          </a:xfrm>
          <a:prstGeom prst="rect">
            <a:avLst/>
          </a:prstGeom>
          <a:solidFill>
            <a:schemeClr val="accent4">
              <a:lumMod val="40000"/>
              <a:lumOff val="60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bIns="72000" rtlCol="0" anchor="b" anchorCtr="1">
            <a:spAutoFit/>
          </a:bodyPr>
          <a:lstStyle/>
          <a:p>
            <a:pPr algn="just"/>
            <a:r>
              <a:rPr lang="vi-VN" dirty="0" smtClean="0">
                <a:solidFill>
                  <a:schemeClr val="tx1">
                    <a:lumMod val="50000"/>
                  </a:schemeClr>
                </a:solidFill>
              </a:rPr>
              <a:t>BÀI TẬP LỚN MÔN HỌC: </a:t>
            </a:r>
            <a:r>
              <a:rPr lang="vi-VN" dirty="0">
                <a:solidFill>
                  <a:schemeClr val="tx1">
                    <a:lumMod val="50000"/>
                  </a:schemeClr>
                </a:solidFill>
              </a:rPr>
              <a:t>ĐẢM BẢO CHẤT LƯỢNG PHẦN </a:t>
            </a:r>
            <a:r>
              <a:rPr lang="vi-VN" dirty="0" smtClean="0">
                <a:solidFill>
                  <a:schemeClr val="tx1">
                    <a:lumMod val="50000"/>
                  </a:schemeClr>
                </a:solidFill>
              </a:rPr>
              <a:t>MỀM</a:t>
            </a:r>
            <a:endParaRPr lang="en-US" dirty="0">
              <a:solidFill>
                <a:schemeClr val="tx1">
                  <a:lumMod val="50000"/>
                </a:schemeClr>
              </a:solidFill>
            </a:endParaRPr>
          </a:p>
        </p:txBody>
      </p:sp>
      <p:sp>
        <p:nvSpPr>
          <p:cNvPr id="3" name="Rectangle 2"/>
          <p:cNvSpPr/>
          <p:nvPr/>
        </p:nvSpPr>
        <p:spPr>
          <a:xfrm>
            <a:off x="1841456" y="2530571"/>
            <a:ext cx="6163606" cy="917222"/>
          </a:xfrm>
          <a:prstGeom prst="rect">
            <a:avLst/>
          </a:prstGeom>
          <a:solidFill>
            <a:schemeClr val="bg1">
              <a:lumMod val="20000"/>
              <a:lumOff val="80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400" b="1" dirty="0" smtClean="0">
                <a:solidFill>
                  <a:schemeClr val="tx1">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QUẢN LÝ VÀ THEO DÕI LỖI PHẦN MỀM BẰNG CÔNG CỤ JIRA</a:t>
            </a:r>
            <a:endParaRPr lang="en-US" sz="2400" b="1" dirty="0">
              <a:solidFill>
                <a:schemeClr val="tx1">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5" name="Rectangle 4"/>
          <p:cNvSpPr/>
          <p:nvPr/>
        </p:nvSpPr>
        <p:spPr>
          <a:xfrm>
            <a:off x="1719943" y="2101867"/>
            <a:ext cx="1371600" cy="3846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719943" y="2201605"/>
            <a:ext cx="1436914" cy="342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smtClean="0">
                <a:solidFill>
                  <a:schemeClr val="tx1">
                    <a:lumMod val="75000"/>
                  </a:schemeClr>
                </a:solidFill>
              </a:rPr>
              <a:t>Tên đề tài</a:t>
            </a:r>
            <a:endParaRPr lang="en-US" dirty="0">
              <a:solidFill>
                <a:schemeClr val="tx1">
                  <a:lumMod val="75000"/>
                </a:schemeClr>
              </a:solidFill>
            </a:endParaRPr>
          </a:p>
        </p:txBody>
      </p:sp>
      <p:sp>
        <p:nvSpPr>
          <p:cNvPr id="7" name="Rectangle 6"/>
          <p:cNvSpPr/>
          <p:nvPr/>
        </p:nvSpPr>
        <p:spPr>
          <a:xfrm>
            <a:off x="1819088" y="3798780"/>
            <a:ext cx="1207034" cy="693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600" dirty="0" smtClean="0">
                <a:solidFill>
                  <a:schemeClr val="tx1">
                    <a:lumMod val="75000"/>
                  </a:schemeClr>
                </a:solidFill>
                <a:ea typeface="Anonymous Pro" panose="020B0604020202020204" charset="0"/>
              </a:rPr>
              <a:t>Let’s start!</a:t>
            </a:r>
            <a:endParaRPr lang="en-US" sz="1600" dirty="0">
              <a:solidFill>
                <a:schemeClr val="tx1">
                  <a:lumMod val="75000"/>
                </a:schemeClr>
              </a:solidFill>
              <a:latin typeface="Anonymous Pro" panose="020B0604020202020204" charset="0"/>
              <a:ea typeface="Anonymous Pro" panose="020B0604020202020204" charset="0"/>
            </a:endParaRPr>
          </a:p>
        </p:txBody>
      </p:sp>
      <p:sp>
        <p:nvSpPr>
          <p:cNvPr id="8" name="Rectangle 7"/>
          <p:cNvSpPr/>
          <p:nvPr/>
        </p:nvSpPr>
        <p:spPr>
          <a:xfrm>
            <a:off x="7052930" y="3926958"/>
            <a:ext cx="1318437"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dirty="0" smtClean="0">
                <a:solidFill>
                  <a:schemeClr val="tx1">
                    <a:lumMod val="75000"/>
                  </a:schemeClr>
                </a:solidFill>
              </a:rPr>
              <a:t>CD2</a:t>
            </a:r>
            <a:endParaRPr lang="en-US" dirty="0">
              <a:solidFill>
                <a:schemeClr val="tx1">
                  <a:lumMod val="75000"/>
                </a:schemeClr>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1500"/>
                                        <p:tgtEl>
                                          <p:spTgt spid="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ircle(in)">
                                      <p:cBhvr>
                                        <p:cTn id="10" dur="1500"/>
                                        <p:tgtEl>
                                          <p:spTgt spid="2"/>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500" fill="hold"/>
                                        <p:tgtEl>
                                          <p:spTgt spid="3"/>
                                        </p:tgtEl>
                                        <p:attrNameLst>
                                          <p:attrName>ppt_x</p:attrName>
                                        </p:attrNameLst>
                                      </p:cBhvr>
                                      <p:tavLst>
                                        <p:tav tm="0">
                                          <p:val>
                                            <p:strVal val="#ppt_x"/>
                                          </p:val>
                                        </p:tav>
                                        <p:tav tm="100000">
                                          <p:val>
                                            <p:strVal val="#ppt_x"/>
                                          </p:val>
                                        </p:tav>
                                      </p:tavLst>
                                    </p:anim>
                                    <p:anim calcmode="lin" valueType="num">
                                      <p:cBhvr additive="base">
                                        <p:cTn id="14" dur="1500" fill="hold"/>
                                        <p:tgtEl>
                                          <p:spTgt spid="3"/>
                                        </p:tgtEl>
                                        <p:attrNameLst>
                                          <p:attrName>ppt_y</p:attrName>
                                        </p:attrNameLst>
                                      </p:cBhvr>
                                      <p:tavLst>
                                        <p:tav tm="0">
                                          <p:val>
                                            <p:strVal val="1+#ppt_h/2"/>
                                          </p:val>
                                        </p:tav>
                                        <p:tav tm="100000">
                                          <p:val>
                                            <p:strVal val="#ppt_y"/>
                                          </p:val>
                                        </p:tav>
                                      </p:tavLst>
                                    </p:anim>
                                  </p:childTnLst>
                                </p:cTn>
                              </p:par>
                              <p:par>
                                <p:cTn id="15" presetID="26" presetClass="entr" presetSubtype="0" fill="hold" nodeType="withEffect">
                                  <p:stCondLst>
                                    <p:cond delay="0"/>
                                  </p:stCondLst>
                                  <p:childTnLst>
                                    <p:set>
                                      <p:cBhvr>
                                        <p:cTn id="16" dur="1" fill="hold">
                                          <p:stCondLst>
                                            <p:cond delay="0"/>
                                          </p:stCondLst>
                                        </p:cTn>
                                        <p:tgtEl>
                                          <p:spTgt spid="181"/>
                                        </p:tgtEl>
                                        <p:attrNameLst>
                                          <p:attrName>style.visibility</p:attrName>
                                        </p:attrNameLst>
                                      </p:cBhvr>
                                      <p:to>
                                        <p:strVal val="visible"/>
                                      </p:to>
                                    </p:set>
                                    <p:animEffect transition="in" filter="wipe(down)">
                                      <p:cBhvr>
                                        <p:cTn id="17" dur="435">
                                          <p:stCondLst>
                                            <p:cond delay="0"/>
                                          </p:stCondLst>
                                        </p:cTn>
                                        <p:tgtEl>
                                          <p:spTgt spid="181"/>
                                        </p:tgtEl>
                                      </p:cBhvr>
                                    </p:animEffect>
                                    <p:anim calcmode="lin" valueType="num">
                                      <p:cBhvr>
                                        <p:cTn id="18" dur="1367" tmFilter="0,0; 0.14,0.36; 0.43,0.73; 0.71,0.91; 1.0,1.0">
                                          <p:stCondLst>
                                            <p:cond delay="0"/>
                                          </p:stCondLst>
                                        </p:cTn>
                                        <p:tgtEl>
                                          <p:spTgt spid="181"/>
                                        </p:tgtEl>
                                        <p:attrNameLst>
                                          <p:attrName>ppt_x</p:attrName>
                                        </p:attrNameLst>
                                      </p:cBhvr>
                                      <p:tavLst>
                                        <p:tav tm="0">
                                          <p:val>
                                            <p:strVal val="#ppt_x-0.25"/>
                                          </p:val>
                                        </p:tav>
                                        <p:tav tm="100000">
                                          <p:val>
                                            <p:strVal val="#ppt_x"/>
                                          </p:val>
                                        </p:tav>
                                      </p:tavLst>
                                    </p:anim>
                                    <p:anim calcmode="lin" valueType="num">
                                      <p:cBhvr>
                                        <p:cTn id="19" dur="498" tmFilter="0.0,0.0; 0.25,0.07; 0.50,0.2; 0.75,0.467; 1.0,1.0">
                                          <p:stCondLst>
                                            <p:cond delay="0"/>
                                          </p:stCondLst>
                                        </p:cTn>
                                        <p:tgtEl>
                                          <p:spTgt spid="181"/>
                                        </p:tgtEl>
                                        <p:attrNameLst>
                                          <p:attrName>ppt_y</p:attrName>
                                        </p:attrNameLst>
                                      </p:cBhvr>
                                      <p:tavLst>
                                        <p:tav tm="0" fmla="#ppt_y-sin(pi*$)/3">
                                          <p:val>
                                            <p:fltVal val="0.5"/>
                                          </p:val>
                                        </p:tav>
                                        <p:tav tm="100000">
                                          <p:val>
                                            <p:fltVal val="1"/>
                                          </p:val>
                                        </p:tav>
                                      </p:tavLst>
                                    </p:anim>
                                    <p:anim calcmode="lin" valueType="num">
                                      <p:cBhvr>
                                        <p:cTn id="20" dur="498" tmFilter="0, 0; 0.125,0.2665; 0.25,0.4; 0.375,0.465; 0.5,0.5;  0.625,0.535; 0.75,0.6; 0.875,0.7335; 1,1">
                                          <p:stCondLst>
                                            <p:cond delay="498"/>
                                          </p:stCondLst>
                                        </p:cTn>
                                        <p:tgtEl>
                                          <p:spTgt spid="181"/>
                                        </p:tgtEl>
                                        <p:attrNameLst>
                                          <p:attrName>ppt_y</p:attrName>
                                        </p:attrNameLst>
                                      </p:cBhvr>
                                      <p:tavLst>
                                        <p:tav tm="0" fmla="#ppt_y-sin(pi*$)/9">
                                          <p:val>
                                            <p:fltVal val="0"/>
                                          </p:val>
                                        </p:tav>
                                        <p:tav tm="100000">
                                          <p:val>
                                            <p:fltVal val="1"/>
                                          </p:val>
                                        </p:tav>
                                      </p:tavLst>
                                    </p:anim>
                                    <p:anim calcmode="lin" valueType="num">
                                      <p:cBhvr>
                                        <p:cTn id="21" dur="249" tmFilter="0, 0; 0.125,0.2665; 0.25,0.4; 0.375,0.465; 0.5,0.5;  0.625,0.535; 0.75,0.6; 0.875,0.7335; 1,1">
                                          <p:stCondLst>
                                            <p:cond delay="993"/>
                                          </p:stCondLst>
                                        </p:cTn>
                                        <p:tgtEl>
                                          <p:spTgt spid="181"/>
                                        </p:tgtEl>
                                        <p:attrNameLst>
                                          <p:attrName>ppt_y</p:attrName>
                                        </p:attrNameLst>
                                      </p:cBhvr>
                                      <p:tavLst>
                                        <p:tav tm="0" fmla="#ppt_y-sin(pi*$)/27">
                                          <p:val>
                                            <p:fltVal val="0"/>
                                          </p:val>
                                        </p:tav>
                                        <p:tav tm="100000">
                                          <p:val>
                                            <p:fltVal val="1"/>
                                          </p:val>
                                        </p:tav>
                                      </p:tavLst>
                                    </p:anim>
                                    <p:anim calcmode="lin" valueType="num">
                                      <p:cBhvr>
                                        <p:cTn id="22" dur="123" tmFilter="0, 0; 0.125,0.2665; 0.25,0.4; 0.375,0.465; 0.5,0.5;  0.625,0.535; 0.75,0.6; 0.875,0.7335; 1,1">
                                          <p:stCondLst>
                                            <p:cond delay="1242"/>
                                          </p:stCondLst>
                                        </p:cTn>
                                        <p:tgtEl>
                                          <p:spTgt spid="181"/>
                                        </p:tgtEl>
                                        <p:attrNameLst>
                                          <p:attrName>ppt_y</p:attrName>
                                        </p:attrNameLst>
                                      </p:cBhvr>
                                      <p:tavLst>
                                        <p:tav tm="0" fmla="#ppt_y-sin(pi*$)/81">
                                          <p:val>
                                            <p:fltVal val="0"/>
                                          </p:val>
                                        </p:tav>
                                        <p:tav tm="100000">
                                          <p:val>
                                            <p:fltVal val="1"/>
                                          </p:val>
                                        </p:tav>
                                      </p:tavLst>
                                    </p:anim>
                                    <p:animScale>
                                      <p:cBhvr>
                                        <p:cTn id="23" dur="20">
                                          <p:stCondLst>
                                            <p:cond delay="487"/>
                                          </p:stCondLst>
                                        </p:cTn>
                                        <p:tgtEl>
                                          <p:spTgt spid="181"/>
                                        </p:tgtEl>
                                      </p:cBhvr>
                                      <p:to x="100000" y="60000"/>
                                    </p:animScale>
                                    <p:animScale>
                                      <p:cBhvr>
                                        <p:cTn id="24" dur="124" decel="50000">
                                          <p:stCondLst>
                                            <p:cond delay="507"/>
                                          </p:stCondLst>
                                        </p:cTn>
                                        <p:tgtEl>
                                          <p:spTgt spid="181"/>
                                        </p:tgtEl>
                                      </p:cBhvr>
                                      <p:to x="100000" y="100000"/>
                                    </p:animScale>
                                    <p:animScale>
                                      <p:cBhvr>
                                        <p:cTn id="25" dur="20">
                                          <p:stCondLst>
                                            <p:cond delay="984"/>
                                          </p:stCondLst>
                                        </p:cTn>
                                        <p:tgtEl>
                                          <p:spTgt spid="181"/>
                                        </p:tgtEl>
                                      </p:cBhvr>
                                      <p:to x="100000" y="80000"/>
                                    </p:animScale>
                                    <p:animScale>
                                      <p:cBhvr>
                                        <p:cTn id="26" dur="124" decel="50000">
                                          <p:stCondLst>
                                            <p:cond delay="1004"/>
                                          </p:stCondLst>
                                        </p:cTn>
                                        <p:tgtEl>
                                          <p:spTgt spid="181"/>
                                        </p:tgtEl>
                                      </p:cBhvr>
                                      <p:to x="100000" y="100000"/>
                                    </p:animScale>
                                    <p:animScale>
                                      <p:cBhvr>
                                        <p:cTn id="27" dur="20">
                                          <p:stCondLst>
                                            <p:cond delay="1231"/>
                                          </p:stCondLst>
                                        </p:cTn>
                                        <p:tgtEl>
                                          <p:spTgt spid="181"/>
                                        </p:tgtEl>
                                      </p:cBhvr>
                                      <p:to x="100000" y="90000"/>
                                    </p:animScale>
                                    <p:animScale>
                                      <p:cBhvr>
                                        <p:cTn id="28" dur="124" decel="50000">
                                          <p:stCondLst>
                                            <p:cond delay="1251"/>
                                          </p:stCondLst>
                                        </p:cTn>
                                        <p:tgtEl>
                                          <p:spTgt spid="181"/>
                                        </p:tgtEl>
                                      </p:cBhvr>
                                      <p:to x="100000" y="100000"/>
                                    </p:animScale>
                                    <p:animScale>
                                      <p:cBhvr>
                                        <p:cTn id="29" dur="20">
                                          <p:stCondLst>
                                            <p:cond delay="1356"/>
                                          </p:stCondLst>
                                        </p:cTn>
                                        <p:tgtEl>
                                          <p:spTgt spid="181"/>
                                        </p:tgtEl>
                                      </p:cBhvr>
                                      <p:to x="100000" y="95000"/>
                                    </p:animScale>
                                    <p:animScale>
                                      <p:cBhvr>
                                        <p:cTn id="30" dur="124" decel="50000">
                                          <p:stCondLst>
                                            <p:cond delay="1376"/>
                                          </p:stCondLst>
                                        </p:cTn>
                                        <p:tgtEl>
                                          <p:spTgt spid="181"/>
                                        </p:tgtEl>
                                      </p:cBhvr>
                                      <p:to x="100000" y="100000"/>
                                    </p:animScale>
                                  </p:childTnLst>
                                </p:cTn>
                              </p:par>
                              <p:par>
                                <p:cTn id="31" presetID="26" presetClass="entr" presetSubtype="0" fill="hold" grpId="0" nodeType="withEffect" nodePh="1">
                                  <p:stCondLst>
                                    <p:cond delay="0"/>
                                  </p:stCondLst>
                                  <p:endCondLst>
                                    <p:cond evt="begin" delay="0">
                                      <p:tn val="31"/>
                                    </p:cond>
                                  </p:end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435">
                                          <p:stCondLst>
                                            <p:cond delay="0"/>
                                          </p:stCondLst>
                                        </p:cTn>
                                        <p:tgtEl>
                                          <p:spTgt spid="5"/>
                                        </p:tgtEl>
                                      </p:cBhvr>
                                    </p:animEffect>
                                    <p:anim calcmode="lin" valueType="num">
                                      <p:cBhvr>
                                        <p:cTn id="34" dur="1367"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5" dur="498"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6" dur="498" tmFilter="0, 0; 0.125,0.2665; 0.25,0.4; 0.375,0.465; 0.5,0.5;  0.625,0.535; 0.75,0.6; 0.875,0.7335; 1,1">
                                          <p:stCondLst>
                                            <p:cond delay="498"/>
                                          </p:stCondLst>
                                        </p:cTn>
                                        <p:tgtEl>
                                          <p:spTgt spid="5"/>
                                        </p:tgtEl>
                                        <p:attrNameLst>
                                          <p:attrName>ppt_y</p:attrName>
                                        </p:attrNameLst>
                                      </p:cBhvr>
                                      <p:tavLst>
                                        <p:tav tm="0" fmla="#ppt_y-sin(pi*$)/9">
                                          <p:val>
                                            <p:fltVal val="0"/>
                                          </p:val>
                                        </p:tav>
                                        <p:tav tm="100000">
                                          <p:val>
                                            <p:fltVal val="1"/>
                                          </p:val>
                                        </p:tav>
                                      </p:tavLst>
                                    </p:anim>
                                    <p:anim calcmode="lin" valueType="num">
                                      <p:cBhvr>
                                        <p:cTn id="37" dur="249" tmFilter="0, 0; 0.125,0.2665; 0.25,0.4; 0.375,0.465; 0.5,0.5;  0.625,0.535; 0.75,0.6; 0.875,0.7335; 1,1">
                                          <p:stCondLst>
                                            <p:cond delay="993"/>
                                          </p:stCondLst>
                                        </p:cTn>
                                        <p:tgtEl>
                                          <p:spTgt spid="5"/>
                                        </p:tgtEl>
                                        <p:attrNameLst>
                                          <p:attrName>ppt_y</p:attrName>
                                        </p:attrNameLst>
                                      </p:cBhvr>
                                      <p:tavLst>
                                        <p:tav tm="0" fmla="#ppt_y-sin(pi*$)/27">
                                          <p:val>
                                            <p:fltVal val="0"/>
                                          </p:val>
                                        </p:tav>
                                        <p:tav tm="100000">
                                          <p:val>
                                            <p:fltVal val="1"/>
                                          </p:val>
                                        </p:tav>
                                      </p:tavLst>
                                    </p:anim>
                                    <p:anim calcmode="lin" valueType="num">
                                      <p:cBhvr>
                                        <p:cTn id="38" dur="123" tmFilter="0, 0; 0.125,0.2665; 0.25,0.4; 0.375,0.465; 0.5,0.5;  0.625,0.535; 0.75,0.6; 0.875,0.7335; 1,1">
                                          <p:stCondLst>
                                            <p:cond delay="1242"/>
                                          </p:stCondLst>
                                        </p:cTn>
                                        <p:tgtEl>
                                          <p:spTgt spid="5"/>
                                        </p:tgtEl>
                                        <p:attrNameLst>
                                          <p:attrName>ppt_y</p:attrName>
                                        </p:attrNameLst>
                                      </p:cBhvr>
                                      <p:tavLst>
                                        <p:tav tm="0" fmla="#ppt_y-sin(pi*$)/81">
                                          <p:val>
                                            <p:fltVal val="0"/>
                                          </p:val>
                                        </p:tav>
                                        <p:tav tm="100000">
                                          <p:val>
                                            <p:fltVal val="1"/>
                                          </p:val>
                                        </p:tav>
                                      </p:tavLst>
                                    </p:anim>
                                    <p:animScale>
                                      <p:cBhvr>
                                        <p:cTn id="39" dur="20">
                                          <p:stCondLst>
                                            <p:cond delay="487"/>
                                          </p:stCondLst>
                                        </p:cTn>
                                        <p:tgtEl>
                                          <p:spTgt spid="5"/>
                                        </p:tgtEl>
                                      </p:cBhvr>
                                      <p:to x="100000" y="60000"/>
                                    </p:animScale>
                                    <p:animScale>
                                      <p:cBhvr>
                                        <p:cTn id="40" dur="124" decel="50000">
                                          <p:stCondLst>
                                            <p:cond delay="507"/>
                                          </p:stCondLst>
                                        </p:cTn>
                                        <p:tgtEl>
                                          <p:spTgt spid="5"/>
                                        </p:tgtEl>
                                      </p:cBhvr>
                                      <p:to x="100000" y="100000"/>
                                    </p:animScale>
                                    <p:animScale>
                                      <p:cBhvr>
                                        <p:cTn id="41" dur="20">
                                          <p:stCondLst>
                                            <p:cond delay="984"/>
                                          </p:stCondLst>
                                        </p:cTn>
                                        <p:tgtEl>
                                          <p:spTgt spid="5"/>
                                        </p:tgtEl>
                                      </p:cBhvr>
                                      <p:to x="100000" y="80000"/>
                                    </p:animScale>
                                    <p:animScale>
                                      <p:cBhvr>
                                        <p:cTn id="42" dur="124" decel="50000">
                                          <p:stCondLst>
                                            <p:cond delay="1004"/>
                                          </p:stCondLst>
                                        </p:cTn>
                                        <p:tgtEl>
                                          <p:spTgt spid="5"/>
                                        </p:tgtEl>
                                      </p:cBhvr>
                                      <p:to x="100000" y="100000"/>
                                    </p:animScale>
                                    <p:animScale>
                                      <p:cBhvr>
                                        <p:cTn id="43" dur="20">
                                          <p:stCondLst>
                                            <p:cond delay="1231"/>
                                          </p:stCondLst>
                                        </p:cTn>
                                        <p:tgtEl>
                                          <p:spTgt spid="5"/>
                                        </p:tgtEl>
                                      </p:cBhvr>
                                      <p:to x="100000" y="90000"/>
                                    </p:animScale>
                                    <p:animScale>
                                      <p:cBhvr>
                                        <p:cTn id="44" dur="124" decel="50000">
                                          <p:stCondLst>
                                            <p:cond delay="1251"/>
                                          </p:stCondLst>
                                        </p:cTn>
                                        <p:tgtEl>
                                          <p:spTgt spid="5"/>
                                        </p:tgtEl>
                                      </p:cBhvr>
                                      <p:to x="100000" y="100000"/>
                                    </p:animScale>
                                    <p:animScale>
                                      <p:cBhvr>
                                        <p:cTn id="45" dur="20">
                                          <p:stCondLst>
                                            <p:cond delay="1356"/>
                                          </p:stCondLst>
                                        </p:cTn>
                                        <p:tgtEl>
                                          <p:spTgt spid="5"/>
                                        </p:tgtEl>
                                      </p:cBhvr>
                                      <p:to x="100000" y="95000"/>
                                    </p:animScale>
                                    <p:animScale>
                                      <p:cBhvr>
                                        <p:cTn id="46" dur="124" decel="50000">
                                          <p:stCondLst>
                                            <p:cond delay="1376"/>
                                          </p:stCondLst>
                                        </p:cTn>
                                        <p:tgtEl>
                                          <p:spTgt spid="5"/>
                                        </p:tgtEl>
                                      </p:cBhvr>
                                      <p:to x="100000" y="100000"/>
                                    </p:animScale>
                                  </p:childTnLst>
                                </p:cTn>
                              </p:par>
                              <p:par>
                                <p:cTn id="47" presetID="26" presetClass="entr" presetSubtype="0"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down)">
                                      <p:cBhvr>
                                        <p:cTn id="49" dur="435">
                                          <p:stCondLst>
                                            <p:cond delay="0"/>
                                          </p:stCondLst>
                                        </p:cTn>
                                        <p:tgtEl>
                                          <p:spTgt spid="6"/>
                                        </p:tgtEl>
                                      </p:cBhvr>
                                    </p:animEffect>
                                    <p:anim calcmode="lin" valueType="num">
                                      <p:cBhvr>
                                        <p:cTn id="50" dur="1367"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1" dur="498"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2" dur="498" tmFilter="0, 0; 0.125,0.2665; 0.25,0.4; 0.375,0.465; 0.5,0.5;  0.625,0.535; 0.75,0.6; 0.875,0.7335; 1,1">
                                          <p:stCondLst>
                                            <p:cond delay="498"/>
                                          </p:stCondLst>
                                        </p:cTn>
                                        <p:tgtEl>
                                          <p:spTgt spid="6"/>
                                        </p:tgtEl>
                                        <p:attrNameLst>
                                          <p:attrName>ppt_y</p:attrName>
                                        </p:attrNameLst>
                                      </p:cBhvr>
                                      <p:tavLst>
                                        <p:tav tm="0" fmla="#ppt_y-sin(pi*$)/9">
                                          <p:val>
                                            <p:fltVal val="0"/>
                                          </p:val>
                                        </p:tav>
                                        <p:tav tm="100000">
                                          <p:val>
                                            <p:fltVal val="1"/>
                                          </p:val>
                                        </p:tav>
                                      </p:tavLst>
                                    </p:anim>
                                    <p:anim calcmode="lin" valueType="num">
                                      <p:cBhvr>
                                        <p:cTn id="53" dur="249" tmFilter="0, 0; 0.125,0.2665; 0.25,0.4; 0.375,0.465; 0.5,0.5;  0.625,0.535; 0.75,0.6; 0.875,0.7335; 1,1">
                                          <p:stCondLst>
                                            <p:cond delay="993"/>
                                          </p:stCondLst>
                                        </p:cTn>
                                        <p:tgtEl>
                                          <p:spTgt spid="6"/>
                                        </p:tgtEl>
                                        <p:attrNameLst>
                                          <p:attrName>ppt_y</p:attrName>
                                        </p:attrNameLst>
                                      </p:cBhvr>
                                      <p:tavLst>
                                        <p:tav tm="0" fmla="#ppt_y-sin(pi*$)/27">
                                          <p:val>
                                            <p:fltVal val="0"/>
                                          </p:val>
                                        </p:tav>
                                        <p:tav tm="100000">
                                          <p:val>
                                            <p:fltVal val="1"/>
                                          </p:val>
                                        </p:tav>
                                      </p:tavLst>
                                    </p:anim>
                                    <p:anim calcmode="lin" valueType="num">
                                      <p:cBhvr>
                                        <p:cTn id="54" dur="123" tmFilter="0, 0; 0.125,0.2665; 0.25,0.4; 0.375,0.465; 0.5,0.5;  0.625,0.535; 0.75,0.6; 0.875,0.7335; 1,1">
                                          <p:stCondLst>
                                            <p:cond delay="1242"/>
                                          </p:stCondLst>
                                        </p:cTn>
                                        <p:tgtEl>
                                          <p:spTgt spid="6"/>
                                        </p:tgtEl>
                                        <p:attrNameLst>
                                          <p:attrName>ppt_y</p:attrName>
                                        </p:attrNameLst>
                                      </p:cBhvr>
                                      <p:tavLst>
                                        <p:tav tm="0" fmla="#ppt_y-sin(pi*$)/81">
                                          <p:val>
                                            <p:fltVal val="0"/>
                                          </p:val>
                                        </p:tav>
                                        <p:tav tm="100000">
                                          <p:val>
                                            <p:fltVal val="1"/>
                                          </p:val>
                                        </p:tav>
                                      </p:tavLst>
                                    </p:anim>
                                    <p:animScale>
                                      <p:cBhvr>
                                        <p:cTn id="55" dur="20">
                                          <p:stCondLst>
                                            <p:cond delay="487"/>
                                          </p:stCondLst>
                                        </p:cTn>
                                        <p:tgtEl>
                                          <p:spTgt spid="6"/>
                                        </p:tgtEl>
                                      </p:cBhvr>
                                      <p:to x="100000" y="60000"/>
                                    </p:animScale>
                                    <p:animScale>
                                      <p:cBhvr>
                                        <p:cTn id="56" dur="124" decel="50000">
                                          <p:stCondLst>
                                            <p:cond delay="507"/>
                                          </p:stCondLst>
                                        </p:cTn>
                                        <p:tgtEl>
                                          <p:spTgt spid="6"/>
                                        </p:tgtEl>
                                      </p:cBhvr>
                                      <p:to x="100000" y="100000"/>
                                    </p:animScale>
                                    <p:animScale>
                                      <p:cBhvr>
                                        <p:cTn id="57" dur="20">
                                          <p:stCondLst>
                                            <p:cond delay="984"/>
                                          </p:stCondLst>
                                        </p:cTn>
                                        <p:tgtEl>
                                          <p:spTgt spid="6"/>
                                        </p:tgtEl>
                                      </p:cBhvr>
                                      <p:to x="100000" y="80000"/>
                                    </p:animScale>
                                    <p:animScale>
                                      <p:cBhvr>
                                        <p:cTn id="58" dur="124" decel="50000">
                                          <p:stCondLst>
                                            <p:cond delay="1004"/>
                                          </p:stCondLst>
                                        </p:cTn>
                                        <p:tgtEl>
                                          <p:spTgt spid="6"/>
                                        </p:tgtEl>
                                      </p:cBhvr>
                                      <p:to x="100000" y="100000"/>
                                    </p:animScale>
                                    <p:animScale>
                                      <p:cBhvr>
                                        <p:cTn id="59" dur="20">
                                          <p:stCondLst>
                                            <p:cond delay="1231"/>
                                          </p:stCondLst>
                                        </p:cTn>
                                        <p:tgtEl>
                                          <p:spTgt spid="6"/>
                                        </p:tgtEl>
                                      </p:cBhvr>
                                      <p:to x="100000" y="90000"/>
                                    </p:animScale>
                                    <p:animScale>
                                      <p:cBhvr>
                                        <p:cTn id="60" dur="124" decel="50000">
                                          <p:stCondLst>
                                            <p:cond delay="1251"/>
                                          </p:stCondLst>
                                        </p:cTn>
                                        <p:tgtEl>
                                          <p:spTgt spid="6"/>
                                        </p:tgtEl>
                                      </p:cBhvr>
                                      <p:to x="100000" y="100000"/>
                                    </p:animScale>
                                    <p:animScale>
                                      <p:cBhvr>
                                        <p:cTn id="61" dur="20">
                                          <p:stCondLst>
                                            <p:cond delay="1356"/>
                                          </p:stCondLst>
                                        </p:cTn>
                                        <p:tgtEl>
                                          <p:spTgt spid="6"/>
                                        </p:tgtEl>
                                      </p:cBhvr>
                                      <p:to x="100000" y="95000"/>
                                    </p:animScale>
                                    <p:animScale>
                                      <p:cBhvr>
                                        <p:cTn id="62" dur="124" decel="50000">
                                          <p:stCondLst>
                                            <p:cond delay="1376"/>
                                          </p:stCondLst>
                                        </p:cTn>
                                        <p:tgtEl>
                                          <p:spTgt spid="6"/>
                                        </p:tgtEl>
                                      </p:cBhvr>
                                      <p:to x="100000" y="100000"/>
                                    </p:animScale>
                                  </p:childTnLst>
                                </p:cTn>
                              </p:par>
                              <p:par>
                                <p:cTn id="63" presetID="2" presetClass="entr" presetSubtype="4" fill="hold" nodeType="withEffect">
                                  <p:stCondLst>
                                    <p:cond delay="0"/>
                                  </p:stCondLst>
                                  <p:childTnLst>
                                    <p:set>
                                      <p:cBhvr>
                                        <p:cTn id="64" dur="1" fill="hold">
                                          <p:stCondLst>
                                            <p:cond delay="0"/>
                                          </p:stCondLst>
                                        </p:cTn>
                                        <p:tgtEl>
                                          <p:spTgt spid="182"/>
                                        </p:tgtEl>
                                        <p:attrNameLst>
                                          <p:attrName>style.visibility</p:attrName>
                                        </p:attrNameLst>
                                      </p:cBhvr>
                                      <p:to>
                                        <p:strVal val="visible"/>
                                      </p:to>
                                    </p:set>
                                    <p:anim calcmode="lin" valueType="num">
                                      <p:cBhvr additive="base">
                                        <p:cTn id="65" dur="1500" fill="hold"/>
                                        <p:tgtEl>
                                          <p:spTgt spid="182"/>
                                        </p:tgtEl>
                                        <p:attrNameLst>
                                          <p:attrName>ppt_x</p:attrName>
                                        </p:attrNameLst>
                                      </p:cBhvr>
                                      <p:tavLst>
                                        <p:tav tm="0">
                                          <p:val>
                                            <p:strVal val="#ppt_x"/>
                                          </p:val>
                                        </p:tav>
                                        <p:tav tm="100000">
                                          <p:val>
                                            <p:strVal val="#ppt_x"/>
                                          </p:val>
                                        </p:tav>
                                      </p:tavLst>
                                    </p:anim>
                                    <p:anim calcmode="lin" valueType="num">
                                      <p:cBhvr additive="base">
                                        <p:cTn id="66" dur="1500" fill="hold"/>
                                        <p:tgtEl>
                                          <p:spTgt spid="18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1500" fill="hold"/>
                                        <p:tgtEl>
                                          <p:spTgt spid="8"/>
                                        </p:tgtEl>
                                        <p:attrNameLst>
                                          <p:attrName>ppt_x</p:attrName>
                                        </p:attrNameLst>
                                      </p:cBhvr>
                                      <p:tavLst>
                                        <p:tav tm="0">
                                          <p:val>
                                            <p:strVal val="#ppt_x"/>
                                          </p:val>
                                        </p:tav>
                                        <p:tav tm="100000">
                                          <p:val>
                                            <p:strVal val="#ppt_x"/>
                                          </p:val>
                                        </p:tav>
                                      </p:tavLst>
                                    </p:anim>
                                    <p:anim calcmode="lin" valueType="num">
                                      <p:cBhvr additive="base">
                                        <p:cTn id="70" dur="1500" fill="hold"/>
                                        <p:tgtEl>
                                          <p:spTgt spid="8"/>
                                        </p:tgtEl>
                                        <p:attrNameLst>
                                          <p:attrName>ppt_y</p:attrName>
                                        </p:attrNameLst>
                                      </p:cBhvr>
                                      <p:tavLst>
                                        <p:tav tm="0">
                                          <p:val>
                                            <p:strVal val="1+#ppt_h/2"/>
                                          </p:val>
                                        </p:tav>
                                        <p:tav tm="100000">
                                          <p:val>
                                            <p:strVal val="#ppt_y"/>
                                          </p:val>
                                        </p:tav>
                                      </p:tavLst>
                                    </p:anim>
                                  </p:childTnLst>
                                </p:cTn>
                              </p:par>
                              <p:par>
                                <p:cTn id="71" presetID="45" presetClass="entr" presetSubtype="0" fill="hold" nodeType="withEffect">
                                  <p:stCondLst>
                                    <p:cond delay="0"/>
                                  </p:stCondLst>
                                  <p:childTnLst>
                                    <p:set>
                                      <p:cBhvr>
                                        <p:cTn id="72" dur="1" fill="hold">
                                          <p:stCondLst>
                                            <p:cond delay="0"/>
                                          </p:stCondLst>
                                        </p:cTn>
                                        <p:tgtEl>
                                          <p:spTgt spid="180"/>
                                        </p:tgtEl>
                                        <p:attrNameLst>
                                          <p:attrName>style.visibility</p:attrName>
                                        </p:attrNameLst>
                                      </p:cBhvr>
                                      <p:to>
                                        <p:strVal val="visible"/>
                                      </p:to>
                                    </p:set>
                                    <p:animEffect transition="in" filter="fade">
                                      <p:cBhvr>
                                        <p:cTn id="73" dur="1500"/>
                                        <p:tgtEl>
                                          <p:spTgt spid="180"/>
                                        </p:tgtEl>
                                      </p:cBhvr>
                                    </p:animEffect>
                                    <p:anim calcmode="lin" valueType="num">
                                      <p:cBhvr>
                                        <p:cTn id="74" dur="1500" fill="hold"/>
                                        <p:tgtEl>
                                          <p:spTgt spid="180"/>
                                        </p:tgtEl>
                                        <p:attrNameLst>
                                          <p:attrName>ppt_w</p:attrName>
                                        </p:attrNameLst>
                                      </p:cBhvr>
                                      <p:tavLst>
                                        <p:tav tm="0" fmla="#ppt_w*sin(2.5*pi*$)">
                                          <p:val>
                                            <p:fltVal val="0"/>
                                          </p:val>
                                        </p:tav>
                                        <p:tav tm="100000">
                                          <p:val>
                                            <p:fltVal val="1"/>
                                          </p:val>
                                        </p:tav>
                                      </p:tavLst>
                                    </p:anim>
                                    <p:anim calcmode="lin" valueType="num">
                                      <p:cBhvr>
                                        <p:cTn id="75" dur="1500" fill="hold"/>
                                        <p:tgtEl>
                                          <p:spTgt spid="180"/>
                                        </p:tgtEl>
                                        <p:attrNameLst>
                                          <p:attrName>ppt_h</p:attrName>
                                        </p:attrNameLst>
                                      </p:cBhvr>
                                      <p:tavLst>
                                        <p:tav tm="0">
                                          <p:val>
                                            <p:strVal val="#ppt_h"/>
                                          </p:val>
                                        </p:tav>
                                        <p:tav tm="100000">
                                          <p:val>
                                            <p:strVal val="#ppt_h"/>
                                          </p:val>
                                        </p:tav>
                                      </p:tavLst>
                                    </p:anim>
                                  </p:childTnLst>
                                </p:cTn>
                              </p:par>
                              <p:par>
                                <p:cTn id="76" presetID="45" presetClass="entr" presetSubtype="0" fill="hold" grpId="0" nodeType="withEffect">
                                  <p:stCondLst>
                                    <p:cond delay="0"/>
                                  </p:stCondLst>
                                  <p:childTnLst>
                                    <p:set>
                                      <p:cBhvr>
                                        <p:cTn id="77" dur="1" fill="hold">
                                          <p:stCondLst>
                                            <p:cond delay="0"/>
                                          </p:stCondLst>
                                        </p:cTn>
                                        <p:tgtEl>
                                          <p:spTgt spid="7"/>
                                        </p:tgtEl>
                                        <p:attrNameLst>
                                          <p:attrName>style.visibility</p:attrName>
                                        </p:attrNameLst>
                                      </p:cBhvr>
                                      <p:to>
                                        <p:strVal val="visible"/>
                                      </p:to>
                                    </p:set>
                                    <p:animEffect transition="in" filter="fade">
                                      <p:cBhvr>
                                        <p:cTn id="78" dur="1500"/>
                                        <p:tgtEl>
                                          <p:spTgt spid="7"/>
                                        </p:tgtEl>
                                      </p:cBhvr>
                                    </p:animEffect>
                                    <p:anim calcmode="lin" valueType="num">
                                      <p:cBhvr>
                                        <p:cTn id="79" dur="1500" fill="hold"/>
                                        <p:tgtEl>
                                          <p:spTgt spid="7"/>
                                        </p:tgtEl>
                                        <p:attrNameLst>
                                          <p:attrName>ppt_w</p:attrName>
                                        </p:attrNameLst>
                                      </p:cBhvr>
                                      <p:tavLst>
                                        <p:tav tm="0" fmla="#ppt_w*sin(2.5*pi*$)">
                                          <p:val>
                                            <p:fltVal val="0"/>
                                          </p:val>
                                        </p:tav>
                                        <p:tav tm="100000">
                                          <p:val>
                                            <p:fltVal val="1"/>
                                          </p:val>
                                        </p:tav>
                                      </p:tavLst>
                                    </p:anim>
                                    <p:anim calcmode="lin" valueType="num">
                                      <p:cBhvr>
                                        <p:cTn id="80" dur="1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3" grpId="0" animBg="1"/>
      <p:bldP spid="5" grpId="0"/>
      <p:bldP spid="6" grpId="0"/>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3" name="Text Placeholder 2"/>
          <p:cNvSpPr>
            <a:spLocks noGrp="1"/>
          </p:cNvSpPr>
          <p:nvPr>
            <p:ph type="body" idx="1"/>
          </p:nvPr>
        </p:nvSpPr>
        <p:spPr>
          <a:xfrm>
            <a:off x="1398274" y="3508743"/>
            <a:ext cx="2727159" cy="577181"/>
          </a:xfrm>
        </p:spPr>
        <p:txBody>
          <a:bodyPr/>
          <a:lstStyle/>
          <a:p>
            <a:pPr marL="168275" indent="0" algn="ctr">
              <a:buNone/>
            </a:pPr>
            <a:r>
              <a:rPr lang="vi-VN" sz="1600" dirty="0" smtClean="0"/>
              <a:t>GV hướng dẫn</a:t>
            </a:r>
          </a:p>
          <a:p>
            <a:pPr marL="168275" indent="0" algn="ctr">
              <a:buNone/>
            </a:pPr>
            <a:r>
              <a:rPr lang="vi-VN" sz="1600" dirty="0" smtClean="0"/>
              <a:t>ThS.Ngô Thanh Huyền</a:t>
            </a:r>
            <a:endParaRPr lang="en-US" sz="1600" dirty="0"/>
          </a:p>
        </p:txBody>
      </p:sp>
      <p:sp>
        <p:nvSpPr>
          <p:cNvPr id="7" name="Text Placeholder 2"/>
          <p:cNvSpPr txBox="1">
            <a:spLocks/>
          </p:cNvSpPr>
          <p:nvPr/>
        </p:nvSpPr>
        <p:spPr>
          <a:xfrm>
            <a:off x="5321687" y="3508742"/>
            <a:ext cx="2411725" cy="5771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88925" algn="l" rtl="0">
              <a:lnSpc>
                <a:spcPct val="100000"/>
              </a:lnSpc>
              <a:spcBef>
                <a:spcPts val="0"/>
              </a:spcBef>
              <a:spcAft>
                <a:spcPts val="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1pPr>
            <a:lvl2pPr marL="914400" marR="0" lvl="1" indent="-288925" algn="l" rtl="0">
              <a:lnSpc>
                <a:spcPct val="100000"/>
              </a:lnSpc>
              <a:spcBef>
                <a:spcPts val="1600"/>
              </a:spcBef>
              <a:spcAft>
                <a:spcPts val="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2pPr>
            <a:lvl3pPr marL="1371600" marR="0" lvl="2" indent="-288925" algn="l" rtl="0">
              <a:lnSpc>
                <a:spcPct val="100000"/>
              </a:lnSpc>
              <a:spcBef>
                <a:spcPts val="1600"/>
              </a:spcBef>
              <a:spcAft>
                <a:spcPts val="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3pPr>
            <a:lvl4pPr marL="1828800" marR="0" lvl="3" indent="-288925" algn="l" rtl="0">
              <a:lnSpc>
                <a:spcPct val="100000"/>
              </a:lnSpc>
              <a:spcBef>
                <a:spcPts val="1600"/>
              </a:spcBef>
              <a:spcAft>
                <a:spcPts val="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4pPr>
            <a:lvl5pPr marL="2286000" marR="0" lvl="4" indent="-288925" algn="l" rtl="0">
              <a:lnSpc>
                <a:spcPct val="100000"/>
              </a:lnSpc>
              <a:spcBef>
                <a:spcPts val="1600"/>
              </a:spcBef>
              <a:spcAft>
                <a:spcPts val="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5pPr>
            <a:lvl6pPr marL="2743200" marR="0" lvl="5" indent="-288925" algn="l" rtl="0">
              <a:lnSpc>
                <a:spcPct val="100000"/>
              </a:lnSpc>
              <a:spcBef>
                <a:spcPts val="1600"/>
              </a:spcBef>
              <a:spcAft>
                <a:spcPts val="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6pPr>
            <a:lvl7pPr marL="3200400" marR="0" lvl="6" indent="-288925" algn="l" rtl="0">
              <a:lnSpc>
                <a:spcPct val="100000"/>
              </a:lnSpc>
              <a:spcBef>
                <a:spcPts val="1600"/>
              </a:spcBef>
              <a:spcAft>
                <a:spcPts val="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7pPr>
            <a:lvl8pPr marL="3657600" marR="0" lvl="7" indent="-288925" algn="l" rtl="0">
              <a:lnSpc>
                <a:spcPct val="100000"/>
              </a:lnSpc>
              <a:spcBef>
                <a:spcPts val="1600"/>
              </a:spcBef>
              <a:spcAft>
                <a:spcPts val="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8pPr>
            <a:lvl9pPr marL="4114800" marR="0" lvl="8" indent="-288925" algn="l" rtl="0">
              <a:lnSpc>
                <a:spcPct val="100000"/>
              </a:lnSpc>
              <a:spcBef>
                <a:spcPts val="1600"/>
              </a:spcBef>
              <a:spcAft>
                <a:spcPts val="1600"/>
              </a:spcAft>
              <a:buClr>
                <a:schemeClr val="dk2"/>
              </a:buClr>
              <a:buSzPts val="950"/>
              <a:buFont typeface="Roboto Mono Medium"/>
              <a:buChar char="■"/>
              <a:defRPr sz="950" b="0" i="0" u="none" strike="noStrike" cap="none">
                <a:solidFill>
                  <a:schemeClr val="dk2"/>
                </a:solidFill>
                <a:latin typeface="Roboto Mono Medium"/>
                <a:ea typeface="Roboto Mono Medium"/>
                <a:cs typeface="Roboto Mono Medium"/>
                <a:sym typeface="Roboto Mono Medium"/>
              </a:defRPr>
            </a:lvl9pPr>
          </a:lstStyle>
          <a:p>
            <a:pPr marL="168275" indent="0" algn="ctr">
              <a:buNone/>
            </a:pPr>
            <a:r>
              <a:rPr lang="vi-VN" sz="1600" dirty="0" smtClean="0"/>
              <a:t>SV thực hiện</a:t>
            </a:r>
          </a:p>
          <a:p>
            <a:pPr marL="168275" indent="0" algn="ctr">
              <a:buNone/>
            </a:pPr>
            <a:r>
              <a:rPr lang="vi-VN" sz="1600" dirty="0" smtClean="0"/>
              <a:t>Nguyễn Hoàng Anh</a:t>
            </a:r>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8381" y="715926"/>
            <a:ext cx="2587052" cy="273671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5300" y="727295"/>
            <a:ext cx="1724497" cy="2781447"/>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3" dur="1000"/>
                                        <p:tgtEl>
                                          <p:spTgt spid="3">
                                            <p:txEl>
                                              <p:pRg st="0" end="0"/>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6" dur="1000"/>
                                        <p:tgtEl>
                                          <p:spTgt spid="3">
                                            <p:txEl>
                                              <p:pRg st="1" end="1"/>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idx="8"/>
          </p:nvPr>
        </p:nvSpPr>
        <p:spPr>
          <a:xfrm>
            <a:off x="1007914" y="642382"/>
            <a:ext cx="2357146" cy="7570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Nội dung thực hiện</a:t>
            </a:r>
            <a:endParaRPr dirty="0"/>
          </a:p>
        </p:txBody>
      </p:sp>
      <p:sp>
        <p:nvSpPr>
          <p:cNvPr id="195" name="Google Shape;195;p31"/>
          <p:cNvSpPr/>
          <p:nvPr/>
        </p:nvSpPr>
        <p:spPr>
          <a:xfrm>
            <a:off x="7639575" y="711175"/>
            <a:ext cx="674863" cy="488424"/>
          </a:xfrm>
          <a:custGeom>
            <a:avLst/>
            <a:gdLst/>
            <a:ahLst/>
            <a:cxnLst/>
            <a:rect l="l" t="t" r="r" b="b"/>
            <a:pathLst>
              <a:path w="35347" h="25582" extrusionOk="0">
                <a:moveTo>
                  <a:pt x="32086" y="1331"/>
                </a:moveTo>
                <a:cubicBezTo>
                  <a:pt x="32060" y="1725"/>
                  <a:pt x="32014" y="2116"/>
                  <a:pt x="31884" y="2511"/>
                </a:cubicBezTo>
                <a:cubicBezTo>
                  <a:pt x="31710" y="3037"/>
                  <a:pt x="31422" y="3448"/>
                  <a:pt x="31140" y="3873"/>
                </a:cubicBezTo>
                <a:lnTo>
                  <a:pt x="31140" y="3875"/>
                </a:lnTo>
                <a:cubicBezTo>
                  <a:pt x="31045" y="3802"/>
                  <a:pt x="30957" y="3717"/>
                  <a:pt x="30879" y="3626"/>
                </a:cubicBezTo>
                <a:cubicBezTo>
                  <a:pt x="30960" y="3537"/>
                  <a:pt x="31004" y="3420"/>
                  <a:pt x="31004" y="3300"/>
                </a:cubicBezTo>
                <a:cubicBezTo>
                  <a:pt x="31012" y="2456"/>
                  <a:pt x="31170" y="1364"/>
                  <a:pt x="32086" y="1331"/>
                </a:cubicBezTo>
                <a:close/>
                <a:moveTo>
                  <a:pt x="33448" y="2151"/>
                </a:moveTo>
                <a:lnTo>
                  <a:pt x="33448" y="2151"/>
                </a:lnTo>
                <a:cubicBezTo>
                  <a:pt x="33674" y="2664"/>
                  <a:pt x="33586" y="3318"/>
                  <a:pt x="33167" y="3795"/>
                </a:cubicBezTo>
                <a:cubicBezTo>
                  <a:pt x="33046" y="3933"/>
                  <a:pt x="32896" y="4044"/>
                  <a:pt x="32729" y="4118"/>
                </a:cubicBezTo>
                <a:cubicBezTo>
                  <a:pt x="33098" y="3528"/>
                  <a:pt x="33326" y="2819"/>
                  <a:pt x="33448" y="2151"/>
                </a:cubicBezTo>
                <a:close/>
                <a:moveTo>
                  <a:pt x="32524" y="1387"/>
                </a:moveTo>
                <a:cubicBezTo>
                  <a:pt x="32540" y="1390"/>
                  <a:pt x="32555" y="1392"/>
                  <a:pt x="32571" y="1397"/>
                </a:cubicBezTo>
                <a:cubicBezTo>
                  <a:pt x="32884" y="1486"/>
                  <a:pt x="33123" y="1661"/>
                  <a:pt x="33289" y="1878"/>
                </a:cubicBezTo>
                <a:cubicBezTo>
                  <a:pt x="33081" y="2445"/>
                  <a:pt x="32804" y="2943"/>
                  <a:pt x="32503" y="3432"/>
                </a:cubicBezTo>
                <a:cubicBezTo>
                  <a:pt x="32416" y="3432"/>
                  <a:pt x="32336" y="3480"/>
                  <a:pt x="32295" y="3557"/>
                </a:cubicBezTo>
                <a:cubicBezTo>
                  <a:pt x="32169" y="3777"/>
                  <a:pt x="32049" y="4000"/>
                  <a:pt x="31925" y="4221"/>
                </a:cubicBezTo>
                <a:cubicBezTo>
                  <a:pt x="31817" y="4204"/>
                  <a:pt x="31712" y="4175"/>
                  <a:pt x="31611" y="4138"/>
                </a:cubicBezTo>
                <a:cubicBezTo>
                  <a:pt x="32171" y="3413"/>
                  <a:pt x="32513" y="2340"/>
                  <a:pt x="32524" y="1387"/>
                </a:cubicBezTo>
                <a:close/>
                <a:moveTo>
                  <a:pt x="9407" y="5159"/>
                </a:moveTo>
                <a:cubicBezTo>
                  <a:pt x="10187" y="6580"/>
                  <a:pt x="10603" y="7882"/>
                  <a:pt x="10645" y="9398"/>
                </a:cubicBezTo>
                <a:cubicBezTo>
                  <a:pt x="10279" y="9775"/>
                  <a:pt x="9939" y="10175"/>
                  <a:pt x="9627" y="10596"/>
                </a:cubicBezTo>
                <a:lnTo>
                  <a:pt x="9626" y="10596"/>
                </a:lnTo>
                <a:cubicBezTo>
                  <a:pt x="9570" y="10548"/>
                  <a:pt x="9511" y="10506"/>
                  <a:pt x="9457" y="10455"/>
                </a:cubicBezTo>
                <a:cubicBezTo>
                  <a:pt x="8958" y="9988"/>
                  <a:pt x="8631" y="9478"/>
                  <a:pt x="8445" y="8950"/>
                </a:cubicBezTo>
                <a:cubicBezTo>
                  <a:pt x="8239" y="7563"/>
                  <a:pt x="8522" y="6110"/>
                  <a:pt x="9407" y="5159"/>
                </a:cubicBezTo>
                <a:close/>
                <a:moveTo>
                  <a:pt x="14031" y="4662"/>
                </a:moveTo>
                <a:lnTo>
                  <a:pt x="14031" y="4662"/>
                </a:lnTo>
                <a:cubicBezTo>
                  <a:pt x="15409" y="5488"/>
                  <a:pt x="16195" y="7133"/>
                  <a:pt x="15661" y="8877"/>
                </a:cubicBezTo>
                <a:lnTo>
                  <a:pt x="15659" y="8877"/>
                </a:lnTo>
                <a:cubicBezTo>
                  <a:pt x="15430" y="9624"/>
                  <a:pt x="15018" y="10217"/>
                  <a:pt x="14503" y="10657"/>
                </a:cubicBezTo>
                <a:cubicBezTo>
                  <a:pt x="15162" y="8733"/>
                  <a:pt x="15142" y="6226"/>
                  <a:pt x="14031" y="4662"/>
                </a:cubicBezTo>
                <a:close/>
                <a:moveTo>
                  <a:pt x="12255" y="4111"/>
                </a:moveTo>
                <a:lnTo>
                  <a:pt x="12255" y="4111"/>
                </a:lnTo>
                <a:cubicBezTo>
                  <a:pt x="12734" y="4141"/>
                  <a:pt x="13204" y="4257"/>
                  <a:pt x="13641" y="4456"/>
                </a:cubicBezTo>
                <a:cubicBezTo>
                  <a:pt x="13946" y="5706"/>
                  <a:pt x="14445" y="6784"/>
                  <a:pt x="14438" y="8128"/>
                </a:cubicBezTo>
                <a:cubicBezTo>
                  <a:pt x="14433" y="9221"/>
                  <a:pt x="14153" y="10170"/>
                  <a:pt x="13778" y="11136"/>
                </a:cubicBezTo>
                <a:lnTo>
                  <a:pt x="13777" y="11136"/>
                </a:lnTo>
                <a:cubicBezTo>
                  <a:pt x="13579" y="11237"/>
                  <a:pt x="13371" y="11320"/>
                  <a:pt x="13158" y="11383"/>
                </a:cubicBezTo>
                <a:cubicBezTo>
                  <a:pt x="13508" y="10596"/>
                  <a:pt x="13480" y="9389"/>
                  <a:pt x="13480" y="8738"/>
                </a:cubicBezTo>
                <a:cubicBezTo>
                  <a:pt x="13481" y="7105"/>
                  <a:pt x="13101" y="5512"/>
                  <a:pt x="12255" y="4111"/>
                </a:cubicBezTo>
                <a:close/>
                <a:moveTo>
                  <a:pt x="10574" y="4370"/>
                </a:moveTo>
                <a:cubicBezTo>
                  <a:pt x="11032" y="5394"/>
                  <a:pt x="11434" y="6425"/>
                  <a:pt x="11654" y="7535"/>
                </a:cubicBezTo>
                <a:cubicBezTo>
                  <a:pt x="11731" y="7917"/>
                  <a:pt x="12221" y="10964"/>
                  <a:pt x="11674" y="11503"/>
                </a:cubicBezTo>
                <a:cubicBezTo>
                  <a:pt x="11256" y="11451"/>
                  <a:pt x="10850" y="11331"/>
                  <a:pt x="10471" y="11147"/>
                </a:cubicBezTo>
                <a:cubicBezTo>
                  <a:pt x="10513" y="11076"/>
                  <a:pt x="10551" y="11003"/>
                  <a:pt x="10593" y="10933"/>
                </a:cubicBezTo>
                <a:cubicBezTo>
                  <a:pt x="10613" y="10979"/>
                  <a:pt x="10666" y="11005"/>
                  <a:pt x="10718" y="11005"/>
                </a:cubicBezTo>
                <a:cubicBezTo>
                  <a:pt x="10776" y="11005"/>
                  <a:pt x="10833" y="10974"/>
                  <a:pt x="10849" y="10909"/>
                </a:cubicBezTo>
                <a:cubicBezTo>
                  <a:pt x="10901" y="10692"/>
                  <a:pt x="10939" y="10473"/>
                  <a:pt x="10966" y="10253"/>
                </a:cubicBezTo>
                <a:cubicBezTo>
                  <a:pt x="11086" y="10020"/>
                  <a:pt x="11201" y="9789"/>
                  <a:pt x="11304" y="9554"/>
                </a:cubicBezTo>
                <a:cubicBezTo>
                  <a:pt x="11399" y="9337"/>
                  <a:pt x="11239" y="9113"/>
                  <a:pt x="11045" y="9113"/>
                </a:cubicBezTo>
                <a:cubicBezTo>
                  <a:pt x="11035" y="9113"/>
                  <a:pt x="11025" y="9113"/>
                  <a:pt x="11016" y="9115"/>
                </a:cubicBezTo>
                <a:cubicBezTo>
                  <a:pt x="10959" y="7642"/>
                  <a:pt x="10449" y="6136"/>
                  <a:pt x="9532" y="5039"/>
                </a:cubicBezTo>
                <a:cubicBezTo>
                  <a:pt x="9833" y="4751"/>
                  <a:pt x="10187" y="4523"/>
                  <a:pt x="10574" y="4370"/>
                </a:cubicBezTo>
                <a:close/>
                <a:moveTo>
                  <a:pt x="12017" y="4105"/>
                </a:moveTo>
                <a:cubicBezTo>
                  <a:pt x="12017" y="4115"/>
                  <a:pt x="12020" y="4125"/>
                  <a:pt x="12023" y="4134"/>
                </a:cubicBezTo>
                <a:cubicBezTo>
                  <a:pt x="12459" y="5230"/>
                  <a:pt x="12828" y="6325"/>
                  <a:pt x="12963" y="7502"/>
                </a:cubicBezTo>
                <a:cubicBezTo>
                  <a:pt x="13008" y="7897"/>
                  <a:pt x="13034" y="10935"/>
                  <a:pt x="12588" y="11499"/>
                </a:cubicBezTo>
                <a:lnTo>
                  <a:pt x="12586" y="11499"/>
                </a:lnTo>
                <a:cubicBezTo>
                  <a:pt x="12468" y="11513"/>
                  <a:pt x="12349" y="11524"/>
                  <a:pt x="12230" y="11527"/>
                </a:cubicBezTo>
                <a:cubicBezTo>
                  <a:pt x="12489" y="10895"/>
                  <a:pt x="12334" y="9818"/>
                  <a:pt x="12313" y="9394"/>
                </a:cubicBezTo>
                <a:cubicBezTo>
                  <a:pt x="12224" y="7606"/>
                  <a:pt x="11756" y="5824"/>
                  <a:pt x="10864" y="4269"/>
                </a:cubicBezTo>
                <a:cubicBezTo>
                  <a:pt x="11115" y="4193"/>
                  <a:pt x="11375" y="4142"/>
                  <a:pt x="11637" y="4117"/>
                </a:cubicBezTo>
                <a:cubicBezTo>
                  <a:pt x="11766" y="4105"/>
                  <a:pt x="11891" y="4105"/>
                  <a:pt x="12017" y="4105"/>
                </a:cubicBezTo>
                <a:close/>
                <a:moveTo>
                  <a:pt x="25741" y="16319"/>
                </a:moveTo>
                <a:cubicBezTo>
                  <a:pt x="26033" y="16319"/>
                  <a:pt x="26325" y="16353"/>
                  <a:pt x="26608" y="16425"/>
                </a:cubicBezTo>
                <a:cubicBezTo>
                  <a:pt x="26757" y="16463"/>
                  <a:pt x="26903" y="16513"/>
                  <a:pt x="27044" y="16574"/>
                </a:cubicBezTo>
                <a:cubicBezTo>
                  <a:pt x="28124" y="17916"/>
                  <a:pt x="26413" y="20133"/>
                  <a:pt x="25036" y="20799"/>
                </a:cubicBezTo>
                <a:cubicBezTo>
                  <a:pt x="24616" y="21002"/>
                  <a:pt x="24156" y="21111"/>
                  <a:pt x="23701" y="21111"/>
                </a:cubicBezTo>
                <a:cubicBezTo>
                  <a:pt x="23171" y="21111"/>
                  <a:pt x="22648" y="20963"/>
                  <a:pt x="22200" y="20645"/>
                </a:cubicBezTo>
                <a:cubicBezTo>
                  <a:pt x="21851" y="20398"/>
                  <a:pt x="21618" y="20077"/>
                  <a:pt x="21492" y="19731"/>
                </a:cubicBezTo>
                <a:cubicBezTo>
                  <a:pt x="21476" y="19396"/>
                  <a:pt x="21503" y="19061"/>
                  <a:pt x="21572" y="18733"/>
                </a:cubicBezTo>
                <a:cubicBezTo>
                  <a:pt x="21617" y="18728"/>
                  <a:pt x="21662" y="18715"/>
                  <a:pt x="21702" y="18694"/>
                </a:cubicBezTo>
                <a:cubicBezTo>
                  <a:pt x="22164" y="18440"/>
                  <a:pt x="22446" y="18033"/>
                  <a:pt x="22768" y="17649"/>
                </a:cubicBezTo>
                <a:cubicBezTo>
                  <a:pt x="23416" y="18221"/>
                  <a:pt x="24064" y="18791"/>
                  <a:pt x="24704" y="19359"/>
                </a:cubicBezTo>
                <a:cubicBezTo>
                  <a:pt x="24857" y="19496"/>
                  <a:pt x="25027" y="19554"/>
                  <a:pt x="25190" y="19554"/>
                </a:cubicBezTo>
                <a:cubicBezTo>
                  <a:pt x="25767" y="19554"/>
                  <a:pt x="26268" y="18836"/>
                  <a:pt x="25734" y="18328"/>
                </a:cubicBezTo>
                <a:cubicBezTo>
                  <a:pt x="25166" y="17789"/>
                  <a:pt x="24597" y="17246"/>
                  <a:pt x="24027" y="16699"/>
                </a:cubicBezTo>
                <a:cubicBezTo>
                  <a:pt x="24563" y="16456"/>
                  <a:pt x="25153" y="16319"/>
                  <a:pt x="25741" y="16319"/>
                </a:cubicBezTo>
                <a:close/>
                <a:moveTo>
                  <a:pt x="27895" y="17098"/>
                </a:moveTo>
                <a:cubicBezTo>
                  <a:pt x="28227" y="17383"/>
                  <a:pt x="28508" y="17724"/>
                  <a:pt x="28723" y="18106"/>
                </a:cubicBezTo>
                <a:cubicBezTo>
                  <a:pt x="28458" y="19552"/>
                  <a:pt x="27924" y="20816"/>
                  <a:pt x="26655" y="21718"/>
                </a:cubicBezTo>
                <a:cubicBezTo>
                  <a:pt x="25884" y="22266"/>
                  <a:pt x="25025" y="22582"/>
                  <a:pt x="24076" y="22639"/>
                </a:cubicBezTo>
                <a:cubicBezTo>
                  <a:pt x="24017" y="22642"/>
                  <a:pt x="23950" y="22644"/>
                  <a:pt x="23875" y="22644"/>
                </a:cubicBezTo>
                <a:cubicBezTo>
                  <a:pt x="23571" y="22644"/>
                  <a:pt x="23149" y="22613"/>
                  <a:pt x="22716" y="22526"/>
                </a:cubicBezTo>
                <a:cubicBezTo>
                  <a:pt x="22231" y="22010"/>
                  <a:pt x="21886" y="21431"/>
                  <a:pt x="21690" y="20830"/>
                </a:cubicBezTo>
                <a:lnTo>
                  <a:pt x="21690" y="20830"/>
                </a:lnTo>
                <a:cubicBezTo>
                  <a:pt x="22236" y="21348"/>
                  <a:pt x="23021" y="21617"/>
                  <a:pt x="23774" y="21617"/>
                </a:cubicBezTo>
                <a:cubicBezTo>
                  <a:pt x="23888" y="21617"/>
                  <a:pt x="24001" y="21610"/>
                  <a:pt x="24112" y="21598"/>
                </a:cubicBezTo>
                <a:cubicBezTo>
                  <a:pt x="25882" y="21400"/>
                  <a:pt x="28208" y="18898"/>
                  <a:pt x="27895" y="17098"/>
                </a:cubicBezTo>
                <a:close/>
                <a:moveTo>
                  <a:pt x="4132" y="21347"/>
                </a:moveTo>
                <a:lnTo>
                  <a:pt x="4132" y="21347"/>
                </a:lnTo>
                <a:cubicBezTo>
                  <a:pt x="4450" y="21713"/>
                  <a:pt x="4661" y="22218"/>
                  <a:pt x="4648" y="22688"/>
                </a:cubicBezTo>
                <a:cubicBezTo>
                  <a:pt x="4476" y="22239"/>
                  <a:pt x="4293" y="21798"/>
                  <a:pt x="4132" y="21347"/>
                </a:cubicBezTo>
                <a:close/>
                <a:moveTo>
                  <a:pt x="2094" y="22062"/>
                </a:moveTo>
                <a:cubicBezTo>
                  <a:pt x="2166" y="22580"/>
                  <a:pt x="2241" y="23104"/>
                  <a:pt x="2354" y="23612"/>
                </a:cubicBezTo>
                <a:cubicBezTo>
                  <a:pt x="2209" y="23502"/>
                  <a:pt x="2084" y="23367"/>
                  <a:pt x="1985" y="23213"/>
                </a:cubicBezTo>
                <a:cubicBezTo>
                  <a:pt x="1858" y="23010"/>
                  <a:pt x="1761" y="22723"/>
                  <a:pt x="1712" y="22412"/>
                </a:cubicBezTo>
                <a:cubicBezTo>
                  <a:pt x="1816" y="22378"/>
                  <a:pt x="1908" y="22323"/>
                  <a:pt x="1972" y="22248"/>
                </a:cubicBezTo>
                <a:cubicBezTo>
                  <a:pt x="2019" y="22190"/>
                  <a:pt x="2059" y="22128"/>
                  <a:pt x="2094" y="22062"/>
                </a:cubicBezTo>
                <a:close/>
                <a:moveTo>
                  <a:pt x="29081" y="18929"/>
                </a:moveTo>
                <a:lnTo>
                  <a:pt x="29081" y="18930"/>
                </a:lnTo>
                <a:cubicBezTo>
                  <a:pt x="29363" y="19840"/>
                  <a:pt x="29336" y="20848"/>
                  <a:pt x="28921" y="21706"/>
                </a:cubicBezTo>
                <a:cubicBezTo>
                  <a:pt x="28288" y="23017"/>
                  <a:pt x="26888" y="23727"/>
                  <a:pt x="25492" y="23727"/>
                </a:cubicBezTo>
                <a:cubicBezTo>
                  <a:pt x="24668" y="23727"/>
                  <a:pt x="23846" y="23480"/>
                  <a:pt x="23183" y="22963"/>
                </a:cubicBezTo>
                <a:lnTo>
                  <a:pt x="23183" y="22963"/>
                </a:lnTo>
                <a:cubicBezTo>
                  <a:pt x="23552" y="23022"/>
                  <a:pt x="23905" y="23051"/>
                  <a:pt x="24198" y="23051"/>
                </a:cubicBezTo>
                <a:cubicBezTo>
                  <a:pt x="24347" y="23051"/>
                  <a:pt x="24480" y="23044"/>
                  <a:pt x="24592" y="23029"/>
                </a:cubicBezTo>
                <a:cubicBezTo>
                  <a:pt x="26773" y="22734"/>
                  <a:pt x="28616" y="21040"/>
                  <a:pt x="29081" y="18929"/>
                </a:cubicBezTo>
                <a:close/>
                <a:moveTo>
                  <a:pt x="3135" y="20825"/>
                </a:moveTo>
                <a:cubicBezTo>
                  <a:pt x="3311" y="20825"/>
                  <a:pt x="3491" y="20875"/>
                  <a:pt x="3656" y="20961"/>
                </a:cubicBezTo>
                <a:cubicBezTo>
                  <a:pt x="3657" y="20976"/>
                  <a:pt x="3661" y="20993"/>
                  <a:pt x="3663" y="21009"/>
                </a:cubicBezTo>
                <a:cubicBezTo>
                  <a:pt x="3656" y="21030"/>
                  <a:pt x="3647" y="21051"/>
                  <a:pt x="3641" y="21072"/>
                </a:cubicBezTo>
                <a:cubicBezTo>
                  <a:pt x="3621" y="21137"/>
                  <a:pt x="3651" y="21196"/>
                  <a:pt x="3697" y="21233"/>
                </a:cubicBezTo>
                <a:cubicBezTo>
                  <a:pt x="3821" y="21992"/>
                  <a:pt x="4033" y="22752"/>
                  <a:pt x="4420" y="23383"/>
                </a:cubicBezTo>
                <a:cubicBezTo>
                  <a:pt x="4377" y="23441"/>
                  <a:pt x="4329" y="23494"/>
                  <a:pt x="4277" y="23544"/>
                </a:cubicBezTo>
                <a:lnTo>
                  <a:pt x="4276" y="23544"/>
                </a:lnTo>
                <a:cubicBezTo>
                  <a:pt x="4147" y="23661"/>
                  <a:pt x="3999" y="23755"/>
                  <a:pt x="3838" y="23822"/>
                </a:cubicBezTo>
                <a:cubicBezTo>
                  <a:pt x="3681" y="23377"/>
                  <a:pt x="3463" y="22951"/>
                  <a:pt x="3325" y="22494"/>
                </a:cubicBezTo>
                <a:cubicBezTo>
                  <a:pt x="3162" y="21951"/>
                  <a:pt x="3080" y="21394"/>
                  <a:pt x="2974" y="20839"/>
                </a:cubicBezTo>
                <a:cubicBezTo>
                  <a:pt x="3027" y="20830"/>
                  <a:pt x="3081" y="20825"/>
                  <a:pt x="3135" y="20825"/>
                </a:cubicBezTo>
                <a:close/>
                <a:moveTo>
                  <a:pt x="2618" y="21003"/>
                </a:moveTo>
                <a:lnTo>
                  <a:pt x="2618" y="21003"/>
                </a:lnTo>
                <a:cubicBezTo>
                  <a:pt x="2610" y="21938"/>
                  <a:pt x="2832" y="23104"/>
                  <a:pt x="3325" y="23932"/>
                </a:cubicBezTo>
                <a:cubicBezTo>
                  <a:pt x="3310" y="23933"/>
                  <a:pt x="3294" y="23933"/>
                  <a:pt x="3278" y="23933"/>
                </a:cubicBezTo>
                <a:cubicBezTo>
                  <a:pt x="3134" y="23933"/>
                  <a:pt x="2991" y="23913"/>
                  <a:pt x="2853" y="23872"/>
                </a:cubicBezTo>
                <a:cubicBezTo>
                  <a:pt x="2744" y="23067"/>
                  <a:pt x="2516" y="22253"/>
                  <a:pt x="2314" y="21464"/>
                </a:cubicBezTo>
                <a:cubicBezTo>
                  <a:pt x="2350" y="21361"/>
                  <a:pt x="2400" y="21260"/>
                  <a:pt x="2462" y="21169"/>
                </a:cubicBezTo>
                <a:cubicBezTo>
                  <a:pt x="2506" y="21107"/>
                  <a:pt x="2558" y="21051"/>
                  <a:pt x="2618" y="21003"/>
                </a:cubicBezTo>
                <a:close/>
                <a:moveTo>
                  <a:pt x="32126" y="1"/>
                </a:moveTo>
                <a:cubicBezTo>
                  <a:pt x="31323" y="1"/>
                  <a:pt x="30546" y="369"/>
                  <a:pt x="30075" y="1049"/>
                </a:cubicBezTo>
                <a:cubicBezTo>
                  <a:pt x="29894" y="1313"/>
                  <a:pt x="29762" y="1606"/>
                  <a:pt x="29685" y="1915"/>
                </a:cubicBezTo>
                <a:cubicBezTo>
                  <a:pt x="29466" y="2456"/>
                  <a:pt x="29447" y="3070"/>
                  <a:pt x="29668" y="3630"/>
                </a:cubicBezTo>
                <a:cubicBezTo>
                  <a:pt x="29978" y="4415"/>
                  <a:pt x="30637" y="4960"/>
                  <a:pt x="31382" y="5195"/>
                </a:cubicBezTo>
                <a:cubicBezTo>
                  <a:pt x="30546" y="6732"/>
                  <a:pt x="29755" y="8294"/>
                  <a:pt x="29009" y="9878"/>
                </a:cubicBezTo>
                <a:cubicBezTo>
                  <a:pt x="28225" y="11546"/>
                  <a:pt x="27286" y="13351"/>
                  <a:pt x="26770" y="15158"/>
                </a:cubicBezTo>
                <a:cubicBezTo>
                  <a:pt x="26431" y="15086"/>
                  <a:pt x="26084" y="15051"/>
                  <a:pt x="25737" y="15051"/>
                </a:cubicBezTo>
                <a:cubicBezTo>
                  <a:pt x="25060" y="15051"/>
                  <a:pt x="24380" y="15183"/>
                  <a:pt x="23751" y="15430"/>
                </a:cubicBezTo>
                <a:cubicBezTo>
                  <a:pt x="23471" y="15476"/>
                  <a:pt x="23197" y="15553"/>
                  <a:pt x="22935" y="15660"/>
                </a:cubicBezTo>
                <a:cubicBezTo>
                  <a:pt x="20905" y="13737"/>
                  <a:pt x="18830" y="11837"/>
                  <a:pt x="16633" y="10158"/>
                </a:cubicBezTo>
                <a:cubicBezTo>
                  <a:pt x="16751" y="9931"/>
                  <a:pt x="16852" y="9696"/>
                  <a:pt x="16936" y="9456"/>
                </a:cubicBezTo>
                <a:cubicBezTo>
                  <a:pt x="18116" y="5988"/>
                  <a:pt x="15474" y="2670"/>
                  <a:pt x="12008" y="2670"/>
                </a:cubicBezTo>
                <a:cubicBezTo>
                  <a:pt x="11713" y="2670"/>
                  <a:pt x="11413" y="2694"/>
                  <a:pt x="11109" y="2743"/>
                </a:cubicBezTo>
                <a:cubicBezTo>
                  <a:pt x="7757" y="3292"/>
                  <a:pt x="5808" y="7543"/>
                  <a:pt x="7713" y="10306"/>
                </a:cubicBezTo>
                <a:cubicBezTo>
                  <a:pt x="7866" y="10571"/>
                  <a:pt x="8043" y="10822"/>
                  <a:pt x="8242" y="11054"/>
                </a:cubicBezTo>
                <a:cubicBezTo>
                  <a:pt x="8437" y="11277"/>
                  <a:pt x="8650" y="11485"/>
                  <a:pt x="8877" y="11673"/>
                </a:cubicBezTo>
                <a:cubicBezTo>
                  <a:pt x="8169" y="12760"/>
                  <a:pt x="7533" y="13914"/>
                  <a:pt x="6898" y="14949"/>
                </a:cubicBezTo>
                <a:cubicBezTo>
                  <a:pt x="6032" y="16364"/>
                  <a:pt x="5044" y="17822"/>
                  <a:pt x="4317" y="19357"/>
                </a:cubicBezTo>
                <a:cubicBezTo>
                  <a:pt x="3940" y="19175"/>
                  <a:pt x="3537" y="19084"/>
                  <a:pt x="3136" y="19084"/>
                </a:cubicBezTo>
                <a:cubicBezTo>
                  <a:pt x="2551" y="19084"/>
                  <a:pt x="1971" y="19278"/>
                  <a:pt x="1493" y="19666"/>
                </a:cubicBezTo>
                <a:cubicBezTo>
                  <a:pt x="1421" y="19724"/>
                  <a:pt x="1353" y="19788"/>
                  <a:pt x="1288" y="19853"/>
                </a:cubicBezTo>
                <a:cubicBezTo>
                  <a:pt x="1005" y="19986"/>
                  <a:pt x="760" y="20189"/>
                  <a:pt x="578" y="20442"/>
                </a:cubicBezTo>
                <a:cubicBezTo>
                  <a:pt x="3" y="21266"/>
                  <a:pt x="0" y="22476"/>
                  <a:pt x="318" y="23394"/>
                </a:cubicBezTo>
                <a:cubicBezTo>
                  <a:pt x="793" y="24766"/>
                  <a:pt x="2029" y="25582"/>
                  <a:pt x="3317" y="25582"/>
                </a:cubicBezTo>
                <a:cubicBezTo>
                  <a:pt x="3993" y="25582"/>
                  <a:pt x="4683" y="25357"/>
                  <a:pt x="5286" y="24870"/>
                </a:cubicBezTo>
                <a:cubicBezTo>
                  <a:pt x="6926" y="23545"/>
                  <a:pt x="6474" y="21038"/>
                  <a:pt x="4975" y="19786"/>
                </a:cubicBezTo>
                <a:cubicBezTo>
                  <a:pt x="5861" y="18451"/>
                  <a:pt x="6601" y="16991"/>
                  <a:pt x="7440" y="15647"/>
                </a:cubicBezTo>
                <a:cubicBezTo>
                  <a:pt x="8141" y="14525"/>
                  <a:pt x="8983" y="13408"/>
                  <a:pt x="9754" y="12263"/>
                </a:cubicBezTo>
                <a:cubicBezTo>
                  <a:pt x="10515" y="12669"/>
                  <a:pt x="11345" y="12866"/>
                  <a:pt x="12168" y="12866"/>
                </a:cubicBezTo>
                <a:cubicBezTo>
                  <a:pt x="13591" y="12866"/>
                  <a:pt x="14989" y="12276"/>
                  <a:pt x="15959" y="11158"/>
                </a:cubicBezTo>
                <a:cubicBezTo>
                  <a:pt x="17703" y="13071"/>
                  <a:pt x="19638" y="14863"/>
                  <a:pt x="21595" y="16608"/>
                </a:cubicBezTo>
                <a:cubicBezTo>
                  <a:pt x="20579" y="17737"/>
                  <a:pt x="20201" y="19474"/>
                  <a:pt x="20622" y="21087"/>
                </a:cubicBezTo>
                <a:cubicBezTo>
                  <a:pt x="20529" y="21504"/>
                  <a:pt x="20700" y="21849"/>
                  <a:pt x="21021" y="22127"/>
                </a:cubicBezTo>
                <a:cubicBezTo>
                  <a:pt x="21030" y="22145"/>
                  <a:pt x="21037" y="22162"/>
                  <a:pt x="21047" y="22181"/>
                </a:cubicBezTo>
                <a:cubicBezTo>
                  <a:pt x="21464" y="22969"/>
                  <a:pt x="22080" y="23635"/>
                  <a:pt x="22834" y="24112"/>
                </a:cubicBezTo>
                <a:cubicBezTo>
                  <a:pt x="23111" y="24337"/>
                  <a:pt x="23434" y="24500"/>
                  <a:pt x="23779" y="24592"/>
                </a:cubicBezTo>
                <a:cubicBezTo>
                  <a:pt x="24377" y="24820"/>
                  <a:pt x="25014" y="24938"/>
                  <a:pt x="25653" y="24938"/>
                </a:cubicBezTo>
                <a:cubicBezTo>
                  <a:pt x="26938" y="24938"/>
                  <a:pt x="28232" y="24460"/>
                  <a:pt x="29242" y="23441"/>
                </a:cubicBezTo>
                <a:cubicBezTo>
                  <a:pt x="31489" y="21171"/>
                  <a:pt x="30665" y="17008"/>
                  <a:pt x="27890" y="15554"/>
                </a:cubicBezTo>
                <a:cubicBezTo>
                  <a:pt x="27687" y="15450"/>
                  <a:pt x="27477" y="15363"/>
                  <a:pt x="27260" y="15293"/>
                </a:cubicBezTo>
                <a:cubicBezTo>
                  <a:pt x="28160" y="13554"/>
                  <a:pt x="28800" y="11634"/>
                  <a:pt x="29632" y="9868"/>
                </a:cubicBezTo>
                <a:cubicBezTo>
                  <a:pt x="30359" y="8325"/>
                  <a:pt x="31134" y="6808"/>
                  <a:pt x="31942" y="5308"/>
                </a:cubicBezTo>
                <a:cubicBezTo>
                  <a:pt x="32029" y="5316"/>
                  <a:pt x="32117" y="5321"/>
                  <a:pt x="32204" y="5321"/>
                </a:cubicBezTo>
                <a:cubicBezTo>
                  <a:pt x="32892" y="5321"/>
                  <a:pt x="33575" y="5053"/>
                  <a:pt x="34071" y="4464"/>
                </a:cubicBezTo>
                <a:cubicBezTo>
                  <a:pt x="35347" y="2948"/>
                  <a:pt x="34697" y="521"/>
                  <a:pt x="32711" y="67"/>
                </a:cubicBezTo>
                <a:cubicBezTo>
                  <a:pt x="32517" y="22"/>
                  <a:pt x="32320" y="1"/>
                  <a:pt x="32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1"/>
          <p:cNvSpPr/>
          <p:nvPr/>
        </p:nvSpPr>
        <p:spPr>
          <a:xfrm>
            <a:off x="7125750" y="544900"/>
            <a:ext cx="564034" cy="445373"/>
          </a:xfrm>
          <a:custGeom>
            <a:avLst/>
            <a:gdLst/>
            <a:ahLst/>
            <a:cxnLst/>
            <a:rect l="l" t="t" r="r" b="b"/>
            <a:pathLst>
              <a:path w="39020" h="30811" extrusionOk="0">
                <a:moveTo>
                  <a:pt x="30681" y="3474"/>
                </a:moveTo>
                <a:cubicBezTo>
                  <a:pt x="32090" y="5955"/>
                  <a:pt x="33478" y="8448"/>
                  <a:pt x="34883" y="10930"/>
                </a:cubicBezTo>
                <a:cubicBezTo>
                  <a:pt x="35369" y="11788"/>
                  <a:pt x="35855" y="12647"/>
                  <a:pt x="36340" y="13505"/>
                </a:cubicBezTo>
                <a:cubicBezTo>
                  <a:pt x="34784" y="12409"/>
                  <a:pt x="33095" y="11459"/>
                  <a:pt x="31412" y="10597"/>
                </a:cubicBezTo>
                <a:cubicBezTo>
                  <a:pt x="29978" y="9864"/>
                  <a:pt x="28301" y="8917"/>
                  <a:pt x="26670" y="8527"/>
                </a:cubicBezTo>
                <a:cubicBezTo>
                  <a:pt x="27959" y="6807"/>
                  <a:pt x="29296" y="5122"/>
                  <a:pt x="30681" y="3474"/>
                </a:cubicBezTo>
                <a:close/>
                <a:moveTo>
                  <a:pt x="29411" y="1254"/>
                </a:moveTo>
                <a:cubicBezTo>
                  <a:pt x="29708" y="1768"/>
                  <a:pt x="30001" y="2286"/>
                  <a:pt x="30296" y="2802"/>
                </a:cubicBezTo>
                <a:cubicBezTo>
                  <a:pt x="30250" y="2825"/>
                  <a:pt x="30209" y="2858"/>
                  <a:pt x="30176" y="2898"/>
                </a:cubicBezTo>
                <a:cubicBezTo>
                  <a:pt x="28464" y="4922"/>
                  <a:pt x="26824" y="7005"/>
                  <a:pt x="25256" y="9144"/>
                </a:cubicBezTo>
                <a:cubicBezTo>
                  <a:pt x="24435" y="10273"/>
                  <a:pt x="23639" y="11420"/>
                  <a:pt x="22870" y="12586"/>
                </a:cubicBezTo>
                <a:cubicBezTo>
                  <a:pt x="22370" y="13341"/>
                  <a:pt x="21985" y="14172"/>
                  <a:pt x="21048" y="14438"/>
                </a:cubicBezTo>
                <a:cubicBezTo>
                  <a:pt x="20343" y="14637"/>
                  <a:pt x="19521" y="14657"/>
                  <a:pt x="18799" y="14757"/>
                </a:cubicBezTo>
                <a:cubicBezTo>
                  <a:pt x="15724" y="15183"/>
                  <a:pt x="12643" y="15575"/>
                  <a:pt x="9548" y="15813"/>
                </a:cubicBezTo>
                <a:cubicBezTo>
                  <a:pt x="6956" y="16012"/>
                  <a:pt x="4377" y="15977"/>
                  <a:pt x="1788" y="16009"/>
                </a:cubicBezTo>
                <a:cubicBezTo>
                  <a:pt x="1837" y="15879"/>
                  <a:pt x="1855" y="15736"/>
                  <a:pt x="1816" y="15615"/>
                </a:cubicBezTo>
                <a:cubicBezTo>
                  <a:pt x="1798" y="15556"/>
                  <a:pt x="1778" y="15497"/>
                  <a:pt x="1759" y="15438"/>
                </a:cubicBezTo>
                <a:cubicBezTo>
                  <a:pt x="1745" y="15392"/>
                  <a:pt x="1726" y="15347"/>
                  <a:pt x="1703" y="15306"/>
                </a:cubicBezTo>
                <a:cubicBezTo>
                  <a:pt x="10986" y="10717"/>
                  <a:pt x="20120" y="5833"/>
                  <a:pt x="29411" y="1254"/>
                </a:cubicBezTo>
                <a:close/>
                <a:moveTo>
                  <a:pt x="26395" y="8892"/>
                </a:moveTo>
                <a:cubicBezTo>
                  <a:pt x="28004" y="9838"/>
                  <a:pt x="29911" y="10434"/>
                  <a:pt x="31549" y="11326"/>
                </a:cubicBezTo>
                <a:cubicBezTo>
                  <a:pt x="33390" y="12329"/>
                  <a:pt x="35083" y="13505"/>
                  <a:pt x="36814" y="14674"/>
                </a:cubicBezTo>
                <a:cubicBezTo>
                  <a:pt x="36810" y="14693"/>
                  <a:pt x="36810" y="14712"/>
                  <a:pt x="36805" y="14732"/>
                </a:cubicBezTo>
                <a:cubicBezTo>
                  <a:pt x="36673" y="15199"/>
                  <a:pt x="36153" y="15305"/>
                  <a:pt x="35745" y="15521"/>
                </a:cubicBezTo>
                <a:cubicBezTo>
                  <a:pt x="33939" y="16469"/>
                  <a:pt x="32140" y="17429"/>
                  <a:pt x="30339" y="18384"/>
                </a:cubicBezTo>
                <a:lnTo>
                  <a:pt x="10312" y="29005"/>
                </a:lnTo>
                <a:cubicBezTo>
                  <a:pt x="10650" y="26988"/>
                  <a:pt x="10593" y="24814"/>
                  <a:pt x="10861" y="22800"/>
                </a:cubicBezTo>
                <a:cubicBezTo>
                  <a:pt x="11148" y="20642"/>
                  <a:pt x="11717" y="18486"/>
                  <a:pt x="11935" y="16319"/>
                </a:cubicBezTo>
                <a:cubicBezTo>
                  <a:pt x="14570" y="16042"/>
                  <a:pt x="17185" y="15652"/>
                  <a:pt x="19712" y="15320"/>
                </a:cubicBezTo>
                <a:cubicBezTo>
                  <a:pt x="20602" y="15204"/>
                  <a:pt x="21612" y="15215"/>
                  <a:pt x="22318" y="14591"/>
                </a:cubicBezTo>
                <a:cubicBezTo>
                  <a:pt x="23239" y="13777"/>
                  <a:pt x="23839" y="12448"/>
                  <a:pt x="24543" y="11446"/>
                </a:cubicBezTo>
                <a:cubicBezTo>
                  <a:pt x="25149" y="10585"/>
                  <a:pt x="25769" y="9736"/>
                  <a:pt x="26395" y="8892"/>
                </a:cubicBezTo>
                <a:close/>
                <a:moveTo>
                  <a:pt x="11565" y="16355"/>
                </a:moveTo>
                <a:cubicBezTo>
                  <a:pt x="10848" y="18447"/>
                  <a:pt x="10590" y="20799"/>
                  <a:pt x="10286" y="22960"/>
                </a:cubicBezTo>
                <a:cubicBezTo>
                  <a:pt x="10010" y="24932"/>
                  <a:pt x="9540" y="27177"/>
                  <a:pt x="9673" y="29206"/>
                </a:cubicBezTo>
                <a:cubicBezTo>
                  <a:pt x="8215" y="27203"/>
                  <a:pt x="6825" y="25154"/>
                  <a:pt x="5529" y="23041"/>
                </a:cubicBezTo>
                <a:cubicBezTo>
                  <a:pt x="4815" y="21877"/>
                  <a:pt x="4127" y="20697"/>
                  <a:pt x="3466" y="19503"/>
                </a:cubicBezTo>
                <a:cubicBezTo>
                  <a:pt x="3136" y="18907"/>
                  <a:pt x="2811" y="18305"/>
                  <a:pt x="2495" y="17701"/>
                </a:cubicBezTo>
                <a:cubicBezTo>
                  <a:pt x="2372" y="17469"/>
                  <a:pt x="2008" y="16935"/>
                  <a:pt x="1782" y="16461"/>
                </a:cubicBezTo>
                <a:lnTo>
                  <a:pt x="1782" y="16461"/>
                </a:lnTo>
                <a:cubicBezTo>
                  <a:pt x="3104" y="16615"/>
                  <a:pt x="4445" y="16680"/>
                  <a:pt x="5796" y="16680"/>
                </a:cubicBezTo>
                <a:cubicBezTo>
                  <a:pt x="7709" y="16680"/>
                  <a:pt x="9641" y="16549"/>
                  <a:pt x="11565" y="16355"/>
                </a:cubicBezTo>
                <a:close/>
                <a:moveTo>
                  <a:pt x="29638" y="1"/>
                </a:moveTo>
                <a:cubicBezTo>
                  <a:pt x="29542" y="1"/>
                  <a:pt x="29444" y="23"/>
                  <a:pt x="29354" y="67"/>
                </a:cubicBezTo>
                <a:cubicBezTo>
                  <a:pt x="19808" y="4672"/>
                  <a:pt x="10218" y="9366"/>
                  <a:pt x="1071" y="14724"/>
                </a:cubicBezTo>
                <a:cubicBezTo>
                  <a:pt x="965" y="14785"/>
                  <a:pt x="908" y="14870"/>
                  <a:pt x="886" y="14959"/>
                </a:cubicBezTo>
                <a:cubicBezTo>
                  <a:pt x="700" y="14987"/>
                  <a:pt x="517" y="15082"/>
                  <a:pt x="443" y="15256"/>
                </a:cubicBezTo>
                <a:cubicBezTo>
                  <a:pt x="1" y="16298"/>
                  <a:pt x="752" y="17207"/>
                  <a:pt x="1237" y="18139"/>
                </a:cubicBezTo>
                <a:cubicBezTo>
                  <a:pt x="1987" y="19577"/>
                  <a:pt x="2773" y="20994"/>
                  <a:pt x="3599" y="22390"/>
                </a:cubicBezTo>
                <a:cubicBezTo>
                  <a:pt x="5248" y="25185"/>
                  <a:pt x="7051" y="27880"/>
                  <a:pt x="8980" y="30488"/>
                </a:cubicBezTo>
                <a:cubicBezTo>
                  <a:pt x="9128" y="30689"/>
                  <a:pt x="9332" y="30810"/>
                  <a:pt x="9556" y="30810"/>
                </a:cubicBezTo>
                <a:cubicBezTo>
                  <a:pt x="9661" y="30810"/>
                  <a:pt x="9771" y="30783"/>
                  <a:pt x="9882" y="30724"/>
                </a:cubicBezTo>
                <a:lnTo>
                  <a:pt x="33215" y="18348"/>
                </a:lnTo>
                <a:cubicBezTo>
                  <a:pt x="34116" y="17871"/>
                  <a:pt x="35016" y="17394"/>
                  <a:pt x="35917" y="16917"/>
                </a:cubicBezTo>
                <a:cubicBezTo>
                  <a:pt x="36568" y="16569"/>
                  <a:pt x="37474" y="16245"/>
                  <a:pt x="37968" y="15675"/>
                </a:cubicBezTo>
                <a:cubicBezTo>
                  <a:pt x="39019" y="14464"/>
                  <a:pt x="37236" y="12516"/>
                  <a:pt x="36631" y="11474"/>
                </a:cubicBezTo>
                <a:cubicBezTo>
                  <a:pt x="34460" y="7732"/>
                  <a:pt x="32244" y="4018"/>
                  <a:pt x="30100" y="262"/>
                </a:cubicBezTo>
                <a:cubicBezTo>
                  <a:pt x="29998" y="84"/>
                  <a:pt x="29822" y="1"/>
                  <a:pt x="296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1"/>
          <p:cNvSpPr txBox="1">
            <a:spLocks noGrp="1"/>
          </p:cNvSpPr>
          <p:nvPr>
            <p:ph type="title"/>
          </p:nvPr>
        </p:nvSpPr>
        <p:spPr>
          <a:xfrm>
            <a:off x="907470" y="1705233"/>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dirty="0" smtClean="0"/>
              <a:t>1. Tổng quan về đề tài</a:t>
            </a:r>
            <a:endParaRPr dirty="0"/>
          </a:p>
        </p:txBody>
      </p:sp>
      <p:sp>
        <p:nvSpPr>
          <p:cNvPr id="198" name="Google Shape;198;p31"/>
          <p:cNvSpPr txBox="1">
            <a:spLocks noGrp="1"/>
          </p:cNvSpPr>
          <p:nvPr>
            <p:ph type="subTitle" idx="1"/>
          </p:nvPr>
        </p:nvSpPr>
        <p:spPr>
          <a:xfrm>
            <a:off x="929350" y="2161275"/>
            <a:ext cx="28740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400" dirty="0" smtClean="0"/>
              <a:t>Lý do chọn đề tài &amp;</a:t>
            </a:r>
          </a:p>
          <a:p>
            <a:pPr marL="0" lvl="0" indent="0" algn="ctr" rtl="0">
              <a:spcBef>
                <a:spcPts val="0"/>
              </a:spcBef>
              <a:spcAft>
                <a:spcPts val="0"/>
              </a:spcAft>
              <a:buNone/>
            </a:pPr>
            <a:r>
              <a:rPr lang="vi-VN" sz="1400" dirty="0" smtClean="0"/>
              <a:t>Mục tiêu của đề tài</a:t>
            </a:r>
            <a:endParaRPr sz="1400" dirty="0"/>
          </a:p>
        </p:txBody>
      </p:sp>
      <p:sp>
        <p:nvSpPr>
          <p:cNvPr id="199" name="Google Shape;199;p31"/>
          <p:cNvSpPr txBox="1">
            <a:spLocks noGrp="1"/>
          </p:cNvSpPr>
          <p:nvPr>
            <p:ph type="title" idx="2"/>
          </p:nvPr>
        </p:nvSpPr>
        <p:spPr>
          <a:xfrm>
            <a:off x="5318730" y="1705233"/>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dirty="0" smtClean="0"/>
              <a:t>3. Nội dung thực hiện</a:t>
            </a:r>
            <a:endParaRPr dirty="0"/>
          </a:p>
        </p:txBody>
      </p:sp>
      <p:sp>
        <p:nvSpPr>
          <p:cNvPr id="200" name="Google Shape;200;p31"/>
          <p:cNvSpPr txBox="1">
            <a:spLocks noGrp="1"/>
          </p:cNvSpPr>
          <p:nvPr>
            <p:ph type="subTitle" idx="3"/>
          </p:nvPr>
        </p:nvSpPr>
        <p:spPr>
          <a:xfrm>
            <a:off x="5340612" y="2161274"/>
            <a:ext cx="2874000" cy="88672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400" dirty="0" smtClean="0"/>
              <a:t>Cài đặt công cụ &amp;</a:t>
            </a:r>
          </a:p>
          <a:p>
            <a:pPr marL="0" lvl="0" indent="0" algn="ctr" rtl="0">
              <a:spcBef>
                <a:spcPts val="0"/>
              </a:spcBef>
              <a:spcAft>
                <a:spcPts val="0"/>
              </a:spcAft>
              <a:buNone/>
            </a:pPr>
            <a:r>
              <a:rPr lang="vi-VN" sz="1400" dirty="0" smtClean="0"/>
              <a:t>Cách sử dụng &amp;</a:t>
            </a:r>
          </a:p>
          <a:p>
            <a:pPr marL="0" lvl="0" indent="0" algn="ctr" rtl="0">
              <a:spcBef>
                <a:spcPts val="0"/>
              </a:spcBef>
              <a:spcAft>
                <a:spcPts val="0"/>
              </a:spcAft>
              <a:buNone/>
            </a:pPr>
            <a:r>
              <a:rPr lang="vi-VN" sz="1400" dirty="0" smtClean="0"/>
              <a:t>Áp dụng vào dự án</a:t>
            </a:r>
            <a:endParaRPr sz="1400" dirty="0"/>
          </a:p>
        </p:txBody>
      </p:sp>
      <p:sp>
        <p:nvSpPr>
          <p:cNvPr id="201" name="Google Shape;201;p31"/>
          <p:cNvSpPr txBox="1">
            <a:spLocks noGrp="1"/>
          </p:cNvSpPr>
          <p:nvPr>
            <p:ph type="title" idx="4"/>
          </p:nvPr>
        </p:nvSpPr>
        <p:spPr>
          <a:xfrm>
            <a:off x="907470" y="3221098"/>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dirty="0" smtClean="0"/>
              <a:t>2. Cơ sở lý thuyết</a:t>
            </a:r>
            <a:endParaRPr dirty="0"/>
          </a:p>
        </p:txBody>
      </p:sp>
      <p:sp>
        <p:nvSpPr>
          <p:cNvPr id="202" name="Google Shape;202;p31"/>
          <p:cNvSpPr txBox="1">
            <a:spLocks noGrp="1"/>
          </p:cNvSpPr>
          <p:nvPr>
            <p:ph type="subTitle" idx="5"/>
          </p:nvPr>
        </p:nvSpPr>
        <p:spPr>
          <a:xfrm>
            <a:off x="929350" y="3685875"/>
            <a:ext cx="3068492"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400" dirty="0" smtClean="0"/>
              <a:t>Giới thiệu tổng quan về ĐBCLPM &amp; Công cụ Jira</a:t>
            </a:r>
            <a:endParaRPr sz="1400" dirty="0"/>
          </a:p>
        </p:txBody>
      </p:sp>
      <p:sp>
        <p:nvSpPr>
          <p:cNvPr id="203" name="Google Shape;203;p31"/>
          <p:cNvSpPr txBox="1">
            <a:spLocks noGrp="1"/>
          </p:cNvSpPr>
          <p:nvPr>
            <p:ph type="title" idx="6"/>
          </p:nvPr>
        </p:nvSpPr>
        <p:spPr>
          <a:xfrm>
            <a:off x="5318730" y="3221098"/>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dirty="0" smtClean="0"/>
              <a:t>4. Kết luận</a:t>
            </a:r>
            <a:endParaRPr dirty="0"/>
          </a:p>
        </p:txBody>
      </p:sp>
      <p:sp>
        <p:nvSpPr>
          <p:cNvPr id="204" name="Google Shape;204;p31"/>
          <p:cNvSpPr txBox="1">
            <a:spLocks noGrp="1"/>
          </p:cNvSpPr>
          <p:nvPr>
            <p:ph type="subTitle" idx="7"/>
          </p:nvPr>
        </p:nvSpPr>
        <p:spPr>
          <a:xfrm>
            <a:off x="5340612" y="3685874"/>
            <a:ext cx="2874000" cy="85068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400" dirty="0" smtClean="0"/>
              <a:t>Kết quả đạt được &amp;</a:t>
            </a:r>
          </a:p>
          <a:p>
            <a:pPr marL="0" lvl="0" indent="0" algn="ctr" rtl="0">
              <a:spcBef>
                <a:spcPts val="0"/>
              </a:spcBef>
              <a:spcAft>
                <a:spcPts val="0"/>
              </a:spcAft>
              <a:buNone/>
            </a:pPr>
            <a:r>
              <a:rPr lang="vi-VN" sz="1400" dirty="0" smtClean="0"/>
              <a:t>Hạn chế của đề tài &amp;</a:t>
            </a:r>
          </a:p>
          <a:p>
            <a:pPr marL="0" lvl="0" indent="0" algn="ctr" rtl="0">
              <a:spcBef>
                <a:spcPts val="0"/>
              </a:spcBef>
              <a:spcAft>
                <a:spcPts val="0"/>
              </a:spcAft>
              <a:buNone/>
            </a:pPr>
            <a:r>
              <a:rPr lang="vi-VN" sz="1400" dirty="0" smtClean="0"/>
              <a:t>Hướng phát triển</a:t>
            </a:r>
            <a:endParaRPr sz="1400" dirty="0"/>
          </a:p>
        </p:txBody>
      </p:sp>
      <p:pic>
        <p:nvPicPr>
          <p:cNvPr id="205" name="Google Shape;205;p31"/>
          <p:cNvPicPr preferRelativeResize="0"/>
          <p:nvPr/>
        </p:nvPicPr>
        <p:blipFill>
          <a:blip r:embed="rId3">
            <a:alphaModFix amt="80000"/>
          </a:blip>
          <a:stretch>
            <a:fillRect/>
          </a:stretch>
        </p:blipFill>
        <p:spPr>
          <a:xfrm rot="-8782544" flipH="1">
            <a:off x="2490549" y="1039473"/>
            <a:ext cx="1124399" cy="510031"/>
          </a:xfrm>
          <a:prstGeom prst="rect">
            <a:avLst/>
          </a:prstGeom>
          <a:noFill/>
          <a:ln>
            <a:noFill/>
          </a:ln>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wheel(1)">
                                      <p:cBhvr>
                                        <p:cTn id="7" dur="500"/>
                                        <p:tgtEl>
                                          <p:spTgt spid="194"/>
                                        </p:tgtEl>
                                      </p:cBhvr>
                                    </p:animEffect>
                                  </p:childTnLst>
                                </p:cTn>
                              </p:par>
                              <p:par>
                                <p:cTn id="8" presetID="10" presetClass="entr" presetSubtype="0" fill="hold" nodeType="withEffect">
                                  <p:stCondLst>
                                    <p:cond delay="250"/>
                                  </p:stCondLst>
                                  <p:childTnLst>
                                    <p:set>
                                      <p:cBhvr>
                                        <p:cTn id="9" dur="1" fill="hold">
                                          <p:stCondLst>
                                            <p:cond delay="0"/>
                                          </p:stCondLst>
                                        </p:cTn>
                                        <p:tgtEl>
                                          <p:spTgt spid="205"/>
                                        </p:tgtEl>
                                        <p:attrNameLst>
                                          <p:attrName>style.visibility</p:attrName>
                                        </p:attrNameLst>
                                      </p:cBhvr>
                                      <p:to>
                                        <p:strVal val="visible"/>
                                      </p:to>
                                    </p:set>
                                    <p:animEffect transition="in" filter="fade">
                                      <p:cBhvr>
                                        <p:cTn id="10" dur="1500"/>
                                        <p:tgtEl>
                                          <p:spTgt spid="20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97"/>
                                        </p:tgtEl>
                                        <p:attrNameLst>
                                          <p:attrName>style.visibility</p:attrName>
                                        </p:attrNameLst>
                                      </p:cBhvr>
                                      <p:to>
                                        <p:strVal val="visible"/>
                                      </p:to>
                                    </p:set>
                                    <p:animEffect transition="in" filter="wipe(down)">
                                      <p:cBhvr>
                                        <p:cTn id="13" dur="750"/>
                                        <p:tgtEl>
                                          <p:spTgt spid="197"/>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98">
                                            <p:txEl>
                                              <p:pRg st="0" end="0"/>
                                            </p:txEl>
                                          </p:spTgt>
                                        </p:tgtEl>
                                        <p:attrNameLst>
                                          <p:attrName>style.visibility</p:attrName>
                                        </p:attrNameLst>
                                      </p:cBhvr>
                                      <p:to>
                                        <p:strVal val="visible"/>
                                      </p:to>
                                    </p:set>
                                    <p:animEffect transition="in" filter="barn(inVertical)">
                                      <p:cBhvr>
                                        <p:cTn id="16" dur="500"/>
                                        <p:tgtEl>
                                          <p:spTgt spid="198">
                                            <p:txEl>
                                              <p:pRg st="0" end="0"/>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98">
                                            <p:txEl>
                                              <p:pRg st="1" end="1"/>
                                            </p:txEl>
                                          </p:spTgt>
                                        </p:tgtEl>
                                        <p:attrNameLst>
                                          <p:attrName>style.visibility</p:attrName>
                                        </p:attrNameLst>
                                      </p:cBhvr>
                                      <p:to>
                                        <p:strVal val="visible"/>
                                      </p:to>
                                    </p:set>
                                    <p:animEffect transition="in" filter="barn(inVertical)">
                                      <p:cBhvr>
                                        <p:cTn id="19" dur="500"/>
                                        <p:tgtEl>
                                          <p:spTgt spid="198">
                                            <p:txEl>
                                              <p:pRg st="1" end="1"/>
                                            </p:txEl>
                                          </p:spTgt>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01"/>
                                        </p:tgtEl>
                                        <p:attrNameLst>
                                          <p:attrName>style.visibility</p:attrName>
                                        </p:attrNameLst>
                                      </p:cBhvr>
                                      <p:to>
                                        <p:strVal val="visible"/>
                                      </p:to>
                                    </p:set>
                                    <p:animEffect transition="in" filter="randombar(horizontal)">
                                      <p:cBhvr>
                                        <p:cTn id="22" dur="750"/>
                                        <p:tgtEl>
                                          <p:spTgt spid="201"/>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02">
                                            <p:txEl>
                                              <p:pRg st="0" end="0"/>
                                            </p:txEl>
                                          </p:spTgt>
                                        </p:tgtEl>
                                        <p:attrNameLst>
                                          <p:attrName>style.visibility</p:attrName>
                                        </p:attrNameLst>
                                      </p:cBhvr>
                                      <p:to>
                                        <p:strVal val="visible"/>
                                      </p:to>
                                    </p:set>
                                    <p:animEffect transition="in" filter="barn(inVertical)">
                                      <p:cBhvr>
                                        <p:cTn id="25" dur="750"/>
                                        <p:tgtEl>
                                          <p:spTgt spid="202">
                                            <p:txEl>
                                              <p:pRg st="0" end="0"/>
                                            </p:txEl>
                                          </p:spTgt>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199"/>
                                        </p:tgtEl>
                                        <p:attrNameLst>
                                          <p:attrName>style.visibility</p:attrName>
                                        </p:attrNameLst>
                                      </p:cBhvr>
                                      <p:to>
                                        <p:strVal val="visible"/>
                                      </p:to>
                                    </p:set>
                                    <p:animEffect transition="in" filter="wheel(1)">
                                      <p:cBhvr>
                                        <p:cTn id="28" dur="1000"/>
                                        <p:tgtEl>
                                          <p:spTgt spid="199"/>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00">
                                            <p:txEl>
                                              <p:pRg st="0" end="0"/>
                                            </p:txEl>
                                          </p:spTgt>
                                        </p:tgtEl>
                                        <p:attrNameLst>
                                          <p:attrName>style.visibility</p:attrName>
                                        </p:attrNameLst>
                                      </p:cBhvr>
                                      <p:to>
                                        <p:strVal val="visible"/>
                                      </p:to>
                                    </p:set>
                                    <p:animEffect transition="in" filter="barn(inVertical)">
                                      <p:cBhvr>
                                        <p:cTn id="31" dur="750"/>
                                        <p:tgtEl>
                                          <p:spTgt spid="200">
                                            <p:txEl>
                                              <p:pRg st="0" end="0"/>
                                            </p:txEl>
                                          </p:spTgt>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00">
                                            <p:txEl>
                                              <p:pRg st="1" end="1"/>
                                            </p:txEl>
                                          </p:spTgt>
                                        </p:tgtEl>
                                        <p:attrNameLst>
                                          <p:attrName>style.visibility</p:attrName>
                                        </p:attrNameLst>
                                      </p:cBhvr>
                                      <p:to>
                                        <p:strVal val="visible"/>
                                      </p:to>
                                    </p:set>
                                    <p:animEffect transition="in" filter="barn(inVertical)">
                                      <p:cBhvr>
                                        <p:cTn id="34" dur="750"/>
                                        <p:tgtEl>
                                          <p:spTgt spid="200">
                                            <p:txEl>
                                              <p:pRg st="1" end="1"/>
                                            </p:txEl>
                                          </p:spTgt>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00">
                                            <p:txEl>
                                              <p:pRg st="2" end="2"/>
                                            </p:txEl>
                                          </p:spTgt>
                                        </p:tgtEl>
                                        <p:attrNameLst>
                                          <p:attrName>style.visibility</p:attrName>
                                        </p:attrNameLst>
                                      </p:cBhvr>
                                      <p:to>
                                        <p:strVal val="visible"/>
                                      </p:to>
                                    </p:set>
                                    <p:animEffect transition="in" filter="barn(inVertical)">
                                      <p:cBhvr>
                                        <p:cTn id="37" dur="750"/>
                                        <p:tgtEl>
                                          <p:spTgt spid="200">
                                            <p:txEl>
                                              <p:pRg st="2" end="2"/>
                                            </p:txEl>
                                          </p:spTgt>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203"/>
                                        </p:tgtEl>
                                        <p:attrNameLst>
                                          <p:attrName>style.visibility</p:attrName>
                                        </p:attrNameLst>
                                      </p:cBhvr>
                                      <p:to>
                                        <p:strVal val="visible"/>
                                      </p:to>
                                    </p:set>
                                    <p:anim calcmode="lin" valueType="num">
                                      <p:cBhvr>
                                        <p:cTn id="40" dur="750" fill="hold"/>
                                        <p:tgtEl>
                                          <p:spTgt spid="203"/>
                                        </p:tgtEl>
                                        <p:attrNameLst>
                                          <p:attrName>ppt_w</p:attrName>
                                        </p:attrNameLst>
                                      </p:cBhvr>
                                      <p:tavLst>
                                        <p:tav tm="0">
                                          <p:val>
                                            <p:fltVal val="0"/>
                                          </p:val>
                                        </p:tav>
                                        <p:tav tm="100000">
                                          <p:val>
                                            <p:strVal val="#ppt_w"/>
                                          </p:val>
                                        </p:tav>
                                      </p:tavLst>
                                    </p:anim>
                                    <p:anim calcmode="lin" valueType="num">
                                      <p:cBhvr>
                                        <p:cTn id="41" dur="750" fill="hold"/>
                                        <p:tgtEl>
                                          <p:spTgt spid="203"/>
                                        </p:tgtEl>
                                        <p:attrNameLst>
                                          <p:attrName>ppt_h</p:attrName>
                                        </p:attrNameLst>
                                      </p:cBhvr>
                                      <p:tavLst>
                                        <p:tav tm="0">
                                          <p:val>
                                            <p:fltVal val="0"/>
                                          </p:val>
                                        </p:tav>
                                        <p:tav tm="100000">
                                          <p:val>
                                            <p:strVal val="#ppt_h"/>
                                          </p:val>
                                        </p:tav>
                                      </p:tavLst>
                                    </p:anim>
                                    <p:animEffect transition="in" filter="fade">
                                      <p:cBhvr>
                                        <p:cTn id="42" dur="750"/>
                                        <p:tgtEl>
                                          <p:spTgt spid="203"/>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204">
                                            <p:txEl>
                                              <p:pRg st="0" end="0"/>
                                            </p:txEl>
                                          </p:spTgt>
                                        </p:tgtEl>
                                        <p:attrNameLst>
                                          <p:attrName>style.visibility</p:attrName>
                                        </p:attrNameLst>
                                      </p:cBhvr>
                                      <p:to>
                                        <p:strVal val="visible"/>
                                      </p:to>
                                    </p:set>
                                    <p:animEffect transition="in" filter="barn(inVertical)">
                                      <p:cBhvr>
                                        <p:cTn id="45" dur="750"/>
                                        <p:tgtEl>
                                          <p:spTgt spid="204">
                                            <p:txEl>
                                              <p:pRg st="0" end="0"/>
                                            </p:txEl>
                                          </p:spTgt>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204">
                                            <p:txEl>
                                              <p:pRg st="1" end="1"/>
                                            </p:txEl>
                                          </p:spTgt>
                                        </p:tgtEl>
                                        <p:attrNameLst>
                                          <p:attrName>style.visibility</p:attrName>
                                        </p:attrNameLst>
                                      </p:cBhvr>
                                      <p:to>
                                        <p:strVal val="visible"/>
                                      </p:to>
                                    </p:set>
                                    <p:animEffect transition="in" filter="barn(inVertical)">
                                      <p:cBhvr>
                                        <p:cTn id="48" dur="750"/>
                                        <p:tgtEl>
                                          <p:spTgt spid="204">
                                            <p:txEl>
                                              <p:pRg st="1" end="1"/>
                                            </p:txEl>
                                          </p:spTgt>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204">
                                            <p:txEl>
                                              <p:pRg st="2" end="2"/>
                                            </p:txEl>
                                          </p:spTgt>
                                        </p:tgtEl>
                                        <p:attrNameLst>
                                          <p:attrName>style.visibility</p:attrName>
                                        </p:attrNameLst>
                                      </p:cBhvr>
                                      <p:to>
                                        <p:strVal val="visible"/>
                                      </p:to>
                                    </p:set>
                                    <p:animEffect transition="in" filter="barn(inVertical)">
                                      <p:cBhvr>
                                        <p:cTn id="51" dur="750"/>
                                        <p:tgtEl>
                                          <p:spTgt spid="204">
                                            <p:txEl>
                                              <p:pRg st="2" end="2"/>
                                            </p:txEl>
                                          </p:spTgt>
                                        </p:tgtEl>
                                      </p:cBhvr>
                                    </p:animEffect>
                                  </p:childTnLst>
                                </p:cTn>
                              </p:par>
                              <p:par>
                                <p:cTn id="52" presetID="2" presetClass="entr" presetSubtype="4" fill="hold" grpId="0" nodeType="withEffect">
                                  <p:stCondLst>
                                    <p:cond delay="0"/>
                                  </p:stCondLst>
                                  <p:childTnLst>
                                    <p:set>
                                      <p:cBhvr>
                                        <p:cTn id="53" dur="1" fill="hold">
                                          <p:stCondLst>
                                            <p:cond delay="0"/>
                                          </p:stCondLst>
                                        </p:cTn>
                                        <p:tgtEl>
                                          <p:spTgt spid="196"/>
                                        </p:tgtEl>
                                        <p:attrNameLst>
                                          <p:attrName>style.visibility</p:attrName>
                                        </p:attrNameLst>
                                      </p:cBhvr>
                                      <p:to>
                                        <p:strVal val="visible"/>
                                      </p:to>
                                    </p:set>
                                    <p:anim calcmode="lin" valueType="num">
                                      <p:cBhvr additive="base">
                                        <p:cTn id="54" dur="500" fill="hold"/>
                                        <p:tgtEl>
                                          <p:spTgt spid="196"/>
                                        </p:tgtEl>
                                        <p:attrNameLst>
                                          <p:attrName>ppt_x</p:attrName>
                                        </p:attrNameLst>
                                      </p:cBhvr>
                                      <p:tavLst>
                                        <p:tav tm="0">
                                          <p:val>
                                            <p:strVal val="#ppt_x"/>
                                          </p:val>
                                        </p:tav>
                                        <p:tav tm="100000">
                                          <p:val>
                                            <p:strVal val="#ppt_x"/>
                                          </p:val>
                                        </p:tav>
                                      </p:tavLst>
                                    </p:anim>
                                    <p:anim calcmode="lin" valueType="num">
                                      <p:cBhvr additive="base">
                                        <p:cTn id="55" dur="500" fill="hold"/>
                                        <p:tgtEl>
                                          <p:spTgt spid="196"/>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195"/>
                                        </p:tgtEl>
                                        <p:attrNameLst>
                                          <p:attrName>style.visibility</p:attrName>
                                        </p:attrNameLst>
                                      </p:cBhvr>
                                      <p:to>
                                        <p:strVal val="visible"/>
                                      </p:to>
                                    </p:set>
                                    <p:anim calcmode="lin" valueType="num">
                                      <p:cBhvr additive="base">
                                        <p:cTn id="58" dur="500" fill="hold"/>
                                        <p:tgtEl>
                                          <p:spTgt spid="195"/>
                                        </p:tgtEl>
                                        <p:attrNameLst>
                                          <p:attrName>ppt_x</p:attrName>
                                        </p:attrNameLst>
                                      </p:cBhvr>
                                      <p:tavLst>
                                        <p:tav tm="0">
                                          <p:val>
                                            <p:strVal val="#ppt_x"/>
                                          </p:val>
                                        </p:tav>
                                        <p:tav tm="100000">
                                          <p:val>
                                            <p:strVal val="#ppt_x"/>
                                          </p:val>
                                        </p:tav>
                                      </p:tavLst>
                                    </p:anim>
                                    <p:anim calcmode="lin" valueType="num">
                                      <p:cBhvr additive="base">
                                        <p:cTn id="59" dur="500" fill="hold"/>
                                        <p:tgtEl>
                                          <p:spTgt spid="1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P spid="195" grpId="0" animBg="1"/>
      <p:bldP spid="196" grpId="0" animBg="1"/>
      <p:bldP spid="197" grpId="0"/>
      <p:bldP spid="198" grpId="0" build="p"/>
      <p:bldP spid="199" grpId="0"/>
      <p:bldP spid="200" grpId="0" build="p"/>
      <p:bldP spid="201" grpId="0"/>
      <p:bldP spid="202" grpId="0" build="p"/>
      <p:bldP spid="203" grpId="0"/>
      <p:bldP spid="20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pic>
        <p:nvPicPr>
          <p:cNvPr id="211" name="Google Shape;211;p32"/>
          <p:cNvPicPr preferRelativeResize="0"/>
          <p:nvPr/>
        </p:nvPicPr>
        <p:blipFill>
          <a:blip r:embed="rId3">
            <a:alphaModFix amt="86000"/>
          </a:blip>
          <a:stretch>
            <a:fillRect/>
          </a:stretch>
        </p:blipFill>
        <p:spPr>
          <a:xfrm rot="1344117">
            <a:off x="3823923" y="1424670"/>
            <a:ext cx="1496149" cy="1160650"/>
          </a:xfrm>
          <a:prstGeom prst="rect">
            <a:avLst/>
          </a:prstGeom>
          <a:noFill/>
          <a:ln>
            <a:noFill/>
          </a:ln>
        </p:spPr>
      </p:pic>
      <p:pic>
        <p:nvPicPr>
          <p:cNvPr id="212" name="Google Shape;212;p32"/>
          <p:cNvPicPr preferRelativeResize="0"/>
          <p:nvPr/>
        </p:nvPicPr>
        <p:blipFill rotWithShape="1">
          <a:blip r:embed="rId4">
            <a:alphaModFix/>
          </a:blip>
          <a:srcRect t="16970" r="8892" b="21025"/>
          <a:stretch/>
        </p:blipFill>
        <p:spPr>
          <a:xfrm rot="10800000">
            <a:off x="833700" y="1225600"/>
            <a:ext cx="2036850" cy="810276"/>
          </a:xfrm>
          <a:prstGeom prst="rect">
            <a:avLst/>
          </a:prstGeom>
          <a:noFill/>
          <a:ln>
            <a:noFill/>
          </a:ln>
        </p:spPr>
      </p:pic>
      <p:pic>
        <p:nvPicPr>
          <p:cNvPr id="213" name="Google Shape;213;p32"/>
          <p:cNvPicPr preferRelativeResize="0"/>
          <p:nvPr/>
        </p:nvPicPr>
        <p:blipFill rotWithShape="1">
          <a:blip r:embed="rId5">
            <a:alphaModFix/>
          </a:blip>
          <a:srcRect t="16734" r="8892" b="18300"/>
          <a:stretch/>
        </p:blipFill>
        <p:spPr>
          <a:xfrm rot="10800000">
            <a:off x="833700" y="1737957"/>
            <a:ext cx="2036850" cy="846042"/>
          </a:xfrm>
          <a:prstGeom prst="rect">
            <a:avLst/>
          </a:prstGeom>
          <a:noFill/>
          <a:ln>
            <a:noFill/>
          </a:ln>
        </p:spPr>
      </p:pic>
      <p:sp>
        <p:nvSpPr>
          <p:cNvPr id="214" name="Google Shape;214;p32"/>
          <p:cNvSpPr txBox="1">
            <a:spLocks noGrp="1"/>
          </p:cNvSpPr>
          <p:nvPr>
            <p:ph type="title"/>
          </p:nvPr>
        </p:nvSpPr>
        <p:spPr>
          <a:xfrm>
            <a:off x="1900024" y="2729931"/>
            <a:ext cx="5343949"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600" dirty="0" smtClean="0"/>
              <a:t>TỔNG QUAN VỀ ĐỀ TÀI</a:t>
            </a:r>
            <a:endParaRPr sz="36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down)">
                                      <p:cBhvr>
                                        <p:cTn id="7" dur="580">
                                          <p:stCondLst>
                                            <p:cond delay="0"/>
                                          </p:stCondLst>
                                        </p:cTn>
                                        <p:tgtEl>
                                          <p:spTgt spid="210"/>
                                        </p:tgtEl>
                                      </p:cBhvr>
                                    </p:animEffect>
                                    <p:anim calcmode="lin" valueType="num">
                                      <p:cBhvr>
                                        <p:cTn id="8" dur="1822" tmFilter="0,0; 0.14,0.36; 0.43,0.73; 0.71,0.91; 1.0,1.0">
                                          <p:stCondLst>
                                            <p:cond delay="0"/>
                                          </p:stCondLst>
                                        </p:cTn>
                                        <p:tgtEl>
                                          <p:spTgt spid="2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10"/>
                                        </p:tgtEl>
                                        <p:attrNameLst>
                                          <p:attrName>ppt_y</p:attrName>
                                        </p:attrNameLst>
                                      </p:cBhvr>
                                      <p:tavLst>
                                        <p:tav tm="0" fmla="#ppt_y-sin(pi*$)/81">
                                          <p:val>
                                            <p:fltVal val="0"/>
                                          </p:val>
                                        </p:tav>
                                        <p:tav tm="100000">
                                          <p:val>
                                            <p:fltVal val="1"/>
                                          </p:val>
                                        </p:tav>
                                      </p:tavLst>
                                    </p:anim>
                                    <p:animScale>
                                      <p:cBhvr>
                                        <p:cTn id="13" dur="26">
                                          <p:stCondLst>
                                            <p:cond delay="650"/>
                                          </p:stCondLst>
                                        </p:cTn>
                                        <p:tgtEl>
                                          <p:spTgt spid="210"/>
                                        </p:tgtEl>
                                      </p:cBhvr>
                                      <p:to x="100000" y="60000"/>
                                    </p:animScale>
                                    <p:animScale>
                                      <p:cBhvr>
                                        <p:cTn id="14" dur="166" decel="50000">
                                          <p:stCondLst>
                                            <p:cond delay="676"/>
                                          </p:stCondLst>
                                        </p:cTn>
                                        <p:tgtEl>
                                          <p:spTgt spid="210"/>
                                        </p:tgtEl>
                                      </p:cBhvr>
                                      <p:to x="100000" y="100000"/>
                                    </p:animScale>
                                    <p:animScale>
                                      <p:cBhvr>
                                        <p:cTn id="15" dur="26">
                                          <p:stCondLst>
                                            <p:cond delay="1312"/>
                                          </p:stCondLst>
                                        </p:cTn>
                                        <p:tgtEl>
                                          <p:spTgt spid="210"/>
                                        </p:tgtEl>
                                      </p:cBhvr>
                                      <p:to x="100000" y="80000"/>
                                    </p:animScale>
                                    <p:animScale>
                                      <p:cBhvr>
                                        <p:cTn id="16" dur="166" decel="50000">
                                          <p:stCondLst>
                                            <p:cond delay="1338"/>
                                          </p:stCondLst>
                                        </p:cTn>
                                        <p:tgtEl>
                                          <p:spTgt spid="210"/>
                                        </p:tgtEl>
                                      </p:cBhvr>
                                      <p:to x="100000" y="100000"/>
                                    </p:animScale>
                                    <p:animScale>
                                      <p:cBhvr>
                                        <p:cTn id="17" dur="26">
                                          <p:stCondLst>
                                            <p:cond delay="1642"/>
                                          </p:stCondLst>
                                        </p:cTn>
                                        <p:tgtEl>
                                          <p:spTgt spid="210"/>
                                        </p:tgtEl>
                                      </p:cBhvr>
                                      <p:to x="100000" y="90000"/>
                                    </p:animScale>
                                    <p:animScale>
                                      <p:cBhvr>
                                        <p:cTn id="18" dur="166" decel="50000">
                                          <p:stCondLst>
                                            <p:cond delay="1668"/>
                                          </p:stCondLst>
                                        </p:cTn>
                                        <p:tgtEl>
                                          <p:spTgt spid="210"/>
                                        </p:tgtEl>
                                      </p:cBhvr>
                                      <p:to x="100000" y="100000"/>
                                    </p:animScale>
                                    <p:animScale>
                                      <p:cBhvr>
                                        <p:cTn id="19" dur="26">
                                          <p:stCondLst>
                                            <p:cond delay="1808"/>
                                          </p:stCondLst>
                                        </p:cTn>
                                        <p:tgtEl>
                                          <p:spTgt spid="210"/>
                                        </p:tgtEl>
                                      </p:cBhvr>
                                      <p:to x="100000" y="95000"/>
                                    </p:animScale>
                                    <p:animScale>
                                      <p:cBhvr>
                                        <p:cTn id="20" dur="166" decel="50000">
                                          <p:stCondLst>
                                            <p:cond delay="1834"/>
                                          </p:stCondLst>
                                        </p:cTn>
                                        <p:tgtEl>
                                          <p:spTgt spid="210"/>
                                        </p:tgtEl>
                                      </p:cBhvr>
                                      <p:to x="100000" y="100000"/>
                                    </p:animScale>
                                  </p:childTnLst>
                                </p:cTn>
                              </p:par>
                              <p:par>
                                <p:cTn id="21" presetID="2" presetClass="entr" presetSubtype="4" fill="hold" nodeType="withEffect">
                                  <p:stCondLst>
                                    <p:cond delay="0"/>
                                  </p:stCondLst>
                                  <p:childTnLst>
                                    <p:set>
                                      <p:cBhvr>
                                        <p:cTn id="22" dur="1" fill="hold">
                                          <p:stCondLst>
                                            <p:cond delay="0"/>
                                          </p:stCondLst>
                                        </p:cTn>
                                        <p:tgtEl>
                                          <p:spTgt spid="212"/>
                                        </p:tgtEl>
                                        <p:attrNameLst>
                                          <p:attrName>style.visibility</p:attrName>
                                        </p:attrNameLst>
                                      </p:cBhvr>
                                      <p:to>
                                        <p:strVal val="visible"/>
                                      </p:to>
                                    </p:set>
                                    <p:anim calcmode="lin" valueType="num">
                                      <p:cBhvr additive="base">
                                        <p:cTn id="23" dur="500" fill="hold"/>
                                        <p:tgtEl>
                                          <p:spTgt spid="212"/>
                                        </p:tgtEl>
                                        <p:attrNameLst>
                                          <p:attrName>ppt_x</p:attrName>
                                        </p:attrNameLst>
                                      </p:cBhvr>
                                      <p:tavLst>
                                        <p:tav tm="0">
                                          <p:val>
                                            <p:strVal val="#ppt_x"/>
                                          </p:val>
                                        </p:tav>
                                        <p:tav tm="100000">
                                          <p:val>
                                            <p:strVal val="#ppt_x"/>
                                          </p:val>
                                        </p:tav>
                                      </p:tavLst>
                                    </p:anim>
                                    <p:anim calcmode="lin" valueType="num">
                                      <p:cBhvr additive="base">
                                        <p:cTn id="24" dur="500" fill="hold"/>
                                        <p:tgtEl>
                                          <p:spTgt spid="21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250"/>
                                  </p:stCondLst>
                                  <p:childTnLst>
                                    <p:set>
                                      <p:cBhvr>
                                        <p:cTn id="26" dur="1" fill="hold">
                                          <p:stCondLst>
                                            <p:cond delay="0"/>
                                          </p:stCondLst>
                                        </p:cTn>
                                        <p:tgtEl>
                                          <p:spTgt spid="213"/>
                                        </p:tgtEl>
                                        <p:attrNameLst>
                                          <p:attrName>style.visibility</p:attrName>
                                        </p:attrNameLst>
                                      </p:cBhvr>
                                      <p:to>
                                        <p:strVal val="visible"/>
                                      </p:to>
                                    </p:set>
                                    <p:anim calcmode="lin" valueType="num">
                                      <p:cBhvr additive="base">
                                        <p:cTn id="27" dur="750" fill="hold"/>
                                        <p:tgtEl>
                                          <p:spTgt spid="213"/>
                                        </p:tgtEl>
                                        <p:attrNameLst>
                                          <p:attrName>ppt_x</p:attrName>
                                        </p:attrNameLst>
                                      </p:cBhvr>
                                      <p:tavLst>
                                        <p:tav tm="0">
                                          <p:val>
                                            <p:strVal val="#ppt_x"/>
                                          </p:val>
                                        </p:tav>
                                        <p:tav tm="100000">
                                          <p:val>
                                            <p:strVal val="#ppt_x"/>
                                          </p:val>
                                        </p:tav>
                                      </p:tavLst>
                                    </p:anim>
                                    <p:anim calcmode="lin" valueType="num">
                                      <p:cBhvr additive="base">
                                        <p:cTn id="28" dur="750" fill="hold"/>
                                        <p:tgtEl>
                                          <p:spTgt spid="213"/>
                                        </p:tgtEl>
                                        <p:attrNameLst>
                                          <p:attrName>ppt_y</p:attrName>
                                        </p:attrNameLst>
                                      </p:cBhvr>
                                      <p:tavLst>
                                        <p:tav tm="0">
                                          <p:val>
                                            <p:strVal val="1+#ppt_h/2"/>
                                          </p:val>
                                        </p:tav>
                                        <p:tav tm="100000">
                                          <p:val>
                                            <p:strVal val="#ppt_y"/>
                                          </p:val>
                                        </p:tav>
                                      </p:tavLst>
                                    </p:anim>
                                  </p:childTnLst>
                                </p:cTn>
                              </p:par>
                              <p:par>
                                <p:cTn id="29" presetID="14" presetClass="entr" presetSubtype="10" fill="hold" grpId="0" nodeType="withEffect">
                                  <p:stCondLst>
                                    <p:cond delay="0"/>
                                  </p:stCondLst>
                                  <p:childTnLst>
                                    <p:set>
                                      <p:cBhvr>
                                        <p:cTn id="30" dur="1" fill="hold">
                                          <p:stCondLst>
                                            <p:cond delay="0"/>
                                          </p:stCondLst>
                                        </p:cTn>
                                        <p:tgtEl>
                                          <p:spTgt spid="214"/>
                                        </p:tgtEl>
                                        <p:attrNameLst>
                                          <p:attrName>style.visibility</p:attrName>
                                        </p:attrNameLst>
                                      </p:cBhvr>
                                      <p:to>
                                        <p:strVal val="visible"/>
                                      </p:to>
                                    </p:set>
                                    <p:animEffect transition="in" filter="randombar(horizontal)">
                                      <p:cBhvr>
                                        <p:cTn id="31" dur="125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p:bldP spid="2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3"/>
          <p:cNvSpPr txBox="1">
            <a:spLocks noGrp="1"/>
          </p:cNvSpPr>
          <p:nvPr>
            <p:ph type="body" idx="1"/>
          </p:nvPr>
        </p:nvSpPr>
        <p:spPr>
          <a:xfrm>
            <a:off x="887824" y="1427170"/>
            <a:ext cx="2901600" cy="3105152"/>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None/>
            </a:pPr>
            <a:r>
              <a:rPr lang="vi-VN" dirty="0" smtClean="0"/>
              <a:t>Quản lý và theo dõi lỗi trong quá trình phát triển của một dự án là công việc rất quan trọng, nhưng rất ít các dự án được quản lý một cách hiệu quả. Một trong những công cụ hỗ trợ việc giải quyết các vấn đề trên là Ứng dụng Quản lý và Theo dõi lỗi JIRA.</a:t>
            </a:r>
            <a:endParaRPr dirty="0"/>
          </a:p>
        </p:txBody>
      </p:sp>
      <p:sp>
        <p:nvSpPr>
          <p:cNvPr id="221" name="Google Shape;221;p33"/>
          <p:cNvSpPr txBox="1">
            <a:spLocks noGrp="1"/>
          </p:cNvSpPr>
          <p:nvPr>
            <p:ph type="title"/>
          </p:nvPr>
        </p:nvSpPr>
        <p:spPr>
          <a:xfrm>
            <a:off x="967090" y="747151"/>
            <a:ext cx="30510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200" dirty="0" smtClean="0">
                <a:latin typeface="Arial Unicode MS" panose="020B0604020202020204" pitchFamily="34" charset="-128"/>
                <a:ea typeface="Arial Unicode MS" panose="020B0604020202020204" pitchFamily="34" charset="-128"/>
                <a:cs typeface="Arial Unicode MS" panose="020B0604020202020204" pitchFamily="34" charset="-128"/>
              </a:rPr>
              <a:t>Lý do chọn đề tài</a:t>
            </a:r>
            <a:endParaRPr sz="22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pic>
        <p:nvPicPr>
          <p:cNvPr id="222" name="Google Shape;222;p33"/>
          <p:cNvPicPr preferRelativeResize="0"/>
          <p:nvPr/>
        </p:nvPicPr>
        <p:blipFill>
          <a:blip r:embed="rId3">
            <a:alphaModFix amt="56000"/>
          </a:blip>
          <a:stretch>
            <a:fillRect/>
          </a:stretch>
        </p:blipFill>
        <p:spPr>
          <a:xfrm rot="10800000">
            <a:off x="1027675" y="1092682"/>
            <a:ext cx="2318011" cy="216201"/>
          </a:xfrm>
          <a:prstGeom prst="rect">
            <a:avLst/>
          </a:prstGeom>
          <a:noFill/>
          <a:ln>
            <a:noFill/>
          </a:ln>
        </p:spPr>
      </p:pic>
      <p:sp>
        <p:nvSpPr>
          <p:cNvPr id="224" name="Google Shape;224;p33"/>
          <p:cNvSpPr/>
          <p:nvPr/>
        </p:nvSpPr>
        <p:spPr>
          <a:xfrm rot="-391042">
            <a:off x="3624262" y="4078166"/>
            <a:ext cx="1101258" cy="649000"/>
          </a:xfrm>
          <a:custGeom>
            <a:avLst/>
            <a:gdLst/>
            <a:ahLst/>
            <a:cxnLst/>
            <a:rect l="l" t="t" r="r" b="b"/>
            <a:pathLst>
              <a:path w="44052" h="25961" extrusionOk="0">
                <a:moveTo>
                  <a:pt x="0" y="15402"/>
                </a:moveTo>
                <a:lnTo>
                  <a:pt x="40035" y="0"/>
                </a:lnTo>
                <a:cubicBezTo>
                  <a:pt x="40035" y="0"/>
                  <a:pt x="39175" y="1442"/>
                  <a:pt x="39491" y="2221"/>
                </a:cubicBezTo>
                <a:cubicBezTo>
                  <a:pt x="39806" y="2993"/>
                  <a:pt x="41434" y="3418"/>
                  <a:pt x="41434" y="3418"/>
                </a:cubicBezTo>
                <a:cubicBezTo>
                  <a:pt x="41434" y="3418"/>
                  <a:pt x="40574" y="5040"/>
                  <a:pt x="41047" y="5753"/>
                </a:cubicBezTo>
                <a:cubicBezTo>
                  <a:pt x="41521" y="6466"/>
                  <a:pt x="42609" y="7168"/>
                  <a:pt x="42609" y="7168"/>
                </a:cubicBezTo>
                <a:cubicBezTo>
                  <a:pt x="42609" y="7168"/>
                  <a:pt x="41510" y="9791"/>
                  <a:pt x="44051" y="10684"/>
                </a:cubicBezTo>
                <a:lnTo>
                  <a:pt x="4327" y="25960"/>
                </a:lnTo>
                <a:cubicBezTo>
                  <a:pt x="4327" y="25960"/>
                  <a:pt x="4958" y="24252"/>
                  <a:pt x="4703" y="23631"/>
                </a:cubicBezTo>
                <a:cubicBezTo>
                  <a:pt x="4447" y="23011"/>
                  <a:pt x="2885" y="22439"/>
                  <a:pt x="2885" y="22439"/>
                </a:cubicBezTo>
                <a:cubicBezTo>
                  <a:pt x="2885" y="22439"/>
                  <a:pt x="3767" y="20752"/>
                  <a:pt x="3380" y="19816"/>
                </a:cubicBezTo>
                <a:cubicBezTo>
                  <a:pt x="2999" y="18885"/>
                  <a:pt x="1524" y="18526"/>
                  <a:pt x="1524" y="18526"/>
                </a:cubicBezTo>
                <a:cubicBezTo>
                  <a:pt x="1524" y="18526"/>
                  <a:pt x="2237" y="17514"/>
                  <a:pt x="1873" y="16638"/>
                </a:cubicBezTo>
                <a:cubicBezTo>
                  <a:pt x="1513" y="15761"/>
                  <a:pt x="0" y="15402"/>
                  <a:pt x="0" y="15402"/>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3"/>
          <p:cNvSpPr/>
          <p:nvPr/>
        </p:nvSpPr>
        <p:spPr>
          <a:xfrm rot="-2148808">
            <a:off x="4470502" y="471716"/>
            <a:ext cx="647414" cy="266322"/>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27" name="Google Shape;227;p33"/>
          <p:cNvSpPr/>
          <p:nvPr/>
        </p:nvSpPr>
        <p:spPr>
          <a:xfrm>
            <a:off x="8229596" y="307476"/>
            <a:ext cx="504629" cy="656495"/>
          </a:xfrm>
          <a:custGeom>
            <a:avLst/>
            <a:gdLst/>
            <a:ahLst/>
            <a:cxnLst/>
            <a:rect l="l" t="t" r="r" b="b"/>
            <a:pathLst>
              <a:path w="28231" h="36727" extrusionOk="0">
                <a:moveTo>
                  <a:pt x="9835" y="1"/>
                </a:moveTo>
                <a:cubicBezTo>
                  <a:pt x="9835" y="1"/>
                  <a:pt x="9694" y="1552"/>
                  <a:pt x="8877" y="2031"/>
                </a:cubicBezTo>
                <a:cubicBezTo>
                  <a:pt x="8631" y="2175"/>
                  <a:pt x="8359" y="2226"/>
                  <a:pt x="8099" y="2226"/>
                </a:cubicBezTo>
                <a:cubicBezTo>
                  <a:pt x="7495" y="2226"/>
                  <a:pt x="6956" y="1955"/>
                  <a:pt x="6956" y="1955"/>
                </a:cubicBezTo>
                <a:cubicBezTo>
                  <a:pt x="6956" y="1955"/>
                  <a:pt x="6815" y="3468"/>
                  <a:pt x="5944" y="3979"/>
                </a:cubicBezTo>
                <a:cubicBezTo>
                  <a:pt x="5694" y="4127"/>
                  <a:pt x="5367" y="4179"/>
                  <a:pt x="5027" y="4179"/>
                </a:cubicBezTo>
                <a:cubicBezTo>
                  <a:pt x="4189" y="4179"/>
                  <a:pt x="3277" y="3860"/>
                  <a:pt x="3277" y="3860"/>
                </a:cubicBezTo>
                <a:cubicBezTo>
                  <a:pt x="3277" y="3860"/>
                  <a:pt x="2940" y="5492"/>
                  <a:pt x="2363" y="5830"/>
                </a:cubicBezTo>
                <a:cubicBezTo>
                  <a:pt x="2184" y="5936"/>
                  <a:pt x="1888" y="5973"/>
                  <a:pt x="1566" y="5973"/>
                </a:cubicBezTo>
                <a:cubicBezTo>
                  <a:pt x="850" y="5973"/>
                  <a:pt x="1" y="5792"/>
                  <a:pt x="1" y="5792"/>
                </a:cubicBezTo>
                <a:lnTo>
                  <a:pt x="1" y="5792"/>
                </a:lnTo>
                <a:lnTo>
                  <a:pt x="18233" y="36726"/>
                </a:lnTo>
                <a:cubicBezTo>
                  <a:pt x="18569" y="35013"/>
                  <a:pt x="19849" y="34712"/>
                  <a:pt x="20707" y="34712"/>
                </a:cubicBezTo>
                <a:cubicBezTo>
                  <a:pt x="21170" y="34712"/>
                  <a:pt x="21509" y="34800"/>
                  <a:pt x="21509" y="34800"/>
                </a:cubicBezTo>
                <a:cubicBezTo>
                  <a:pt x="21509" y="34800"/>
                  <a:pt x="22048" y="33624"/>
                  <a:pt x="22685" y="33053"/>
                </a:cubicBezTo>
                <a:cubicBezTo>
                  <a:pt x="22886" y="32873"/>
                  <a:pt x="23195" y="32811"/>
                  <a:pt x="23525" y="32811"/>
                </a:cubicBezTo>
                <a:cubicBezTo>
                  <a:pt x="24241" y="32811"/>
                  <a:pt x="25052" y="33102"/>
                  <a:pt x="25052" y="33102"/>
                </a:cubicBezTo>
                <a:cubicBezTo>
                  <a:pt x="25052" y="33102"/>
                  <a:pt x="25237" y="31431"/>
                  <a:pt x="25961" y="31006"/>
                </a:cubicBezTo>
                <a:cubicBezTo>
                  <a:pt x="26140" y="30901"/>
                  <a:pt x="26369" y="30861"/>
                  <a:pt x="26614" y="30861"/>
                </a:cubicBezTo>
                <a:cubicBezTo>
                  <a:pt x="27354" y="30861"/>
                  <a:pt x="28231" y="31224"/>
                  <a:pt x="28231" y="31224"/>
                </a:cubicBezTo>
                <a:lnTo>
                  <a:pt x="9835" y="1"/>
                </a:ln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pic>
        <p:nvPicPr>
          <p:cNvPr id="228" name="Google Shape;228;p33"/>
          <p:cNvPicPr preferRelativeResize="0"/>
          <p:nvPr/>
        </p:nvPicPr>
        <p:blipFill>
          <a:blip r:embed="rId4">
            <a:alphaModFix amt="80000"/>
          </a:blip>
          <a:stretch>
            <a:fillRect/>
          </a:stretch>
        </p:blipFill>
        <p:spPr>
          <a:xfrm rot="9915649" flipH="1">
            <a:off x="3297055" y="612747"/>
            <a:ext cx="1977192" cy="832732"/>
          </a:xfrm>
          <a:prstGeom prst="rect">
            <a:avLst/>
          </a:prstGeom>
          <a:noFill/>
          <a:ln>
            <a:noFill/>
          </a:ln>
        </p:spPr>
      </p:pic>
      <p:sp>
        <p:nvSpPr>
          <p:cNvPr id="11" name="Google Shape;221;p33"/>
          <p:cNvSpPr txBox="1">
            <a:spLocks/>
          </p:cNvSpPr>
          <p:nvPr/>
        </p:nvSpPr>
        <p:spPr>
          <a:xfrm>
            <a:off x="5299685" y="1125164"/>
            <a:ext cx="2001338" cy="5726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2800"/>
              <a:buFont typeface="Concert One"/>
              <a:buNone/>
              <a:defRPr sz="2800" b="1" i="0" u="none" strike="noStrike" cap="none">
                <a:solidFill>
                  <a:schemeClr val="accent2"/>
                </a:solidFill>
                <a:latin typeface="Concert One"/>
                <a:ea typeface="Concert One"/>
                <a:cs typeface="Concert One"/>
                <a:sym typeface="Concert One"/>
              </a:defRPr>
            </a:lvl1pPr>
            <a:lvl2pPr marR="0" lvl="1"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2pPr>
            <a:lvl3pPr marR="0" lvl="2"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3pPr>
            <a:lvl4pPr marR="0" lvl="3"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4pPr>
            <a:lvl5pPr marR="0" lvl="4"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5pPr>
            <a:lvl6pPr marR="0" lvl="5"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6pPr>
            <a:lvl7pPr marR="0" lvl="6"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7pPr>
            <a:lvl8pPr marR="0" lvl="7"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8pPr>
            <a:lvl9pPr marR="0" lvl="8"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9pPr>
          </a:lstStyle>
          <a:p>
            <a:r>
              <a:rPr lang="vi-VN" sz="2600" dirty="0" smtClean="0">
                <a:latin typeface="Amatic SC" panose="020B0604020202020204" charset="-79"/>
                <a:ea typeface="Anonymous Pro" panose="020B0604020202020204" charset="0"/>
                <a:cs typeface="Amatic SC" panose="020B0604020202020204" charset="-79"/>
              </a:rPr>
              <a:t>Mục tiêu của đề tài </a:t>
            </a:r>
            <a:endParaRPr lang="vi-VN" sz="2600" dirty="0">
              <a:latin typeface="Amatic SC" panose="020B0604020202020204" charset="-79"/>
              <a:ea typeface="Anonymous Pro" panose="020B0604020202020204" charset="0"/>
              <a:cs typeface="Amatic SC" panose="020B0604020202020204" charset="-79"/>
            </a:endParaRPr>
          </a:p>
        </p:txBody>
      </p:sp>
      <p:pic>
        <p:nvPicPr>
          <p:cNvPr id="12" name="Google Shape;222;p33"/>
          <p:cNvPicPr preferRelativeResize="0"/>
          <p:nvPr/>
        </p:nvPicPr>
        <p:blipFill>
          <a:blip r:embed="rId3">
            <a:alphaModFix amt="56000"/>
          </a:blip>
          <a:stretch>
            <a:fillRect/>
          </a:stretch>
        </p:blipFill>
        <p:spPr>
          <a:xfrm rot="10800000">
            <a:off x="5229965" y="1538234"/>
            <a:ext cx="2171843" cy="159435"/>
          </a:xfrm>
          <a:prstGeom prst="rect">
            <a:avLst/>
          </a:prstGeom>
          <a:noFill/>
          <a:ln>
            <a:noFill/>
          </a:ln>
        </p:spPr>
      </p:pic>
      <p:sp>
        <p:nvSpPr>
          <p:cNvPr id="13" name="Google Shape;220;p33"/>
          <p:cNvSpPr txBox="1">
            <a:spLocks/>
          </p:cNvSpPr>
          <p:nvPr/>
        </p:nvSpPr>
        <p:spPr>
          <a:xfrm>
            <a:off x="5208700" y="1856910"/>
            <a:ext cx="3229648" cy="22456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1pPr>
            <a:lvl2pPr marL="914400" marR="0" lvl="1" indent="-330200" algn="l" rtl="0">
              <a:lnSpc>
                <a:spcPct val="100000"/>
              </a:lnSpc>
              <a:spcBef>
                <a:spcPts val="1600"/>
              </a:spcBef>
              <a:spcAft>
                <a:spcPts val="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2pPr>
            <a:lvl3pPr marL="1371600" marR="0" lvl="2" indent="-330200" algn="l" rtl="0">
              <a:lnSpc>
                <a:spcPct val="100000"/>
              </a:lnSpc>
              <a:spcBef>
                <a:spcPts val="1600"/>
              </a:spcBef>
              <a:spcAft>
                <a:spcPts val="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3pPr>
            <a:lvl4pPr marL="1828800" marR="0" lvl="3" indent="-330200" algn="l" rtl="0">
              <a:lnSpc>
                <a:spcPct val="100000"/>
              </a:lnSpc>
              <a:spcBef>
                <a:spcPts val="1600"/>
              </a:spcBef>
              <a:spcAft>
                <a:spcPts val="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4pPr>
            <a:lvl5pPr marL="2286000" marR="0" lvl="4" indent="-330200" algn="l" rtl="0">
              <a:lnSpc>
                <a:spcPct val="100000"/>
              </a:lnSpc>
              <a:spcBef>
                <a:spcPts val="1600"/>
              </a:spcBef>
              <a:spcAft>
                <a:spcPts val="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5pPr>
            <a:lvl6pPr marL="2743200" marR="0" lvl="5" indent="-330200" algn="l" rtl="0">
              <a:lnSpc>
                <a:spcPct val="100000"/>
              </a:lnSpc>
              <a:spcBef>
                <a:spcPts val="1600"/>
              </a:spcBef>
              <a:spcAft>
                <a:spcPts val="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6pPr>
            <a:lvl7pPr marL="3200400" marR="0" lvl="6" indent="-330200" algn="l" rtl="0">
              <a:lnSpc>
                <a:spcPct val="100000"/>
              </a:lnSpc>
              <a:spcBef>
                <a:spcPts val="1600"/>
              </a:spcBef>
              <a:spcAft>
                <a:spcPts val="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7pPr>
            <a:lvl8pPr marL="3657600" marR="0" lvl="7" indent="-330200" algn="l" rtl="0">
              <a:lnSpc>
                <a:spcPct val="100000"/>
              </a:lnSpc>
              <a:spcBef>
                <a:spcPts val="1600"/>
              </a:spcBef>
              <a:spcAft>
                <a:spcPts val="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8pPr>
            <a:lvl9pPr marL="4114800" marR="0" lvl="8" indent="-330200" algn="l" rtl="0">
              <a:lnSpc>
                <a:spcPct val="100000"/>
              </a:lnSpc>
              <a:spcBef>
                <a:spcPts val="1600"/>
              </a:spcBef>
              <a:spcAft>
                <a:spcPts val="1600"/>
              </a:spcAft>
              <a:buClr>
                <a:schemeClr val="dk2"/>
              </a:buClr>
              <a:buSzPts val="1600"/>
              <a:buFont typeface="Roboto Mono Medium"/>
              <a:buChar char="■"/>
              <a:defRPr sz="1600" b="0" i="0" u="none" strike="noStrike" cap="none">
                <a:solidFill>
                  <a:schemeClr val="dk2"/>
                </a:solidFill>
                <a:latin typeface="Roboto Mono Medium"/>
                <a:ea typeface="Roboto Mono Medium"/>
                <a:cs typeface="Roboto Mono Medium"/>
                <a:sym typeface="Roboto Mono Medium"/>
              </a:defRPr>
            </a:lvl9pPr>
          </a:lstStyle>
          <a:p>
            <a:pPr marL="0" indent="0" algn="just">
              <a:spcAft>
                <a:spcPts val="1600"/>
              </a:spcAft>
              <a:buNone/>
            </a:pPr>
            <a:r>
              <a:rPr lang="en-US" dirty="0" err="1"/>
              <a:t>Hiểu</a:t>
            </a:r>
            <a:r>
              <a:rPr lang="vi-VN" dirty="0"/>
              <a:t>, cài đặt và nắm rõ cách sử dụng ứng dụng quản lý và theo dõi lỗi phần mềm bằng công cụ Jira. Sau đó, áp dụng công cụ này vào việc quản lý và theo dõi lỗi cho đồ án 2.</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wipe(down)">
                                      <p:cBhvr>
                                        <p:cTn id="7" dur="580">
                                          <p:stCondLst>
                                            <p:cond delay="0"/>
                                          </p:stCondLst>
                                        </p:cTn>
                                        <p:tgtEl>
                                          <p:spTgt spid="221"/>
                                        </p:tgtEl>
                                      </p:cBhvr>
                                    </p:animEffect>
                                    <p:anim calcmode="lin" valueType="num">
                                      <p:cBhvr>
                                        <p:cTn id="8" dur="1822" tmFilter="0,0; 0.14,0.36; 0.43,0.73; 0.71,0.91; 1.0,1.0">
                                          <p:stCondLst>
                                            <p:cond delay="0"/>
                                          </p:stCondLst>
                                        </p:cTn>
                                        <p:tgtEl>
                                          <p:spTgt spid="22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2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2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2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21"/>
                                        </p:tgtEl>
                                        <p:attrNameLst>
                                          <p:attrName>ppt_y</p:attrName>
                                        </p:attrNameLst>
                                      </p:cBhvr>
                                      <p:tavLst>
                                        <p:tav tm="0" fmla="#ppt_y-sin(pi*$)/81">
                                          <p:val>
                                            <p:fltVal val="0"/>
                                          </p:val>
                                        </p:tav>
                                        <p:tav tm="100000">
                                          <p:val>
                                            <p:fltVal val="1"/>
                                          </p:val>
                                        </p:tav>
                                      </p:tavLst>
                                    </p:anim>
                                    <p:animScale>
                                      <p:cBhvr>
                                        <p:cTn id="13" dur="26">
                                          <p:stCondLst>
                                            <p:cond delay="650"/>
                                          </p:stCondLst>
                                        </p:cTn>
                                        <p:tgtEl>
                                          <p:spTgt spid="221"/>
                                        </p:tgtEl>
                                      </p:cBhvr>
                                      <p:to x="100000" y="60000"/>
                                    </p:animScale>
                                    <p:animScale>
                                      <p:cBhvr>
                                        <p:cTn id="14" dur="166" decel="50000">
                                          <p:stCondLst>
                                            <p:cond delay="676"/>
                                          </p:stCondLst>
                                        </p:cTn>
                                        <p:tgtEl>
                                          <p:spTgt spid="221"/>
                                        </p:tgtEl>
                                      </p:cBhvr>
                                      <p:to x="100000" y="100000"/>
                                    </p:animScale>
                                    <p:animScale>
                                      <p:cBhvr>
                                        <p:cTn id="15" dur="26">
                                          <p:stCondLst>
                                            <p:cond delay="1312"/>
                                          </p:stCondLst>
                                        </p:cTn>
                                        <p:tgtEl>
                                          <p:spTgt spid="221"/>
                                        </p:tgtEl>
                                      </p:cBhvr>
                                      <p:to x="100000" y="80000"/>
                                    </p:animScale>
                                    <p:animScale>
                                      <p:cBhvr>
                                        <p:cTn id="16" dur="166" decel="50000">
                                          <p:stCondLst>
                                            <p:cond delay="1338"/>
                                          </p:stCondLst>
                                        </p:cTn>
                                        <p:tgtEl>
                                          <p:spTgt spid="221"/>
                                        </p:tgtEl>
                                      </p:cBhvr>
                                      <p:to x="100000" y="100000"/>
                                    </p:animScale>
                                    <p:animScale>
                                      <p:cBhvr>
                                        <p:cTn id="17" dur="26">
                                          <p:stCondLst>
                                            <p:cond delay="1642"/>
                                          </p:stCondLst>
                                        </p:cTn>
                                        <p:tgtEl>
                                          <p:spTgt spid="221"/>
                                        </p:tgtEl>
                                      </p:cBhvr>
                                      <p:to x="100000" y="90000"/>
                                    </p:animScale>
                                    <p:animScale>
                                      <p:cBhvr>
                                        <p:cTn id="18" dur="166" decel="50000">
                                          <p:stCondLst>
                                            <p:cond delay="1668"/>
                                          </p:stCondLst>
                                        </p:cTn>
                                        <p:tgtEl>
                                          <p:spTgt spid="221"/>
                                        </p:tgtEl>
                                      </p:cBhvr>
                                      <p:to x="100000" y="100000"/>
                                    </p:animScale>
                                    <p:animScale>
                                      <p:cBhvr>
                                        <p:cTn id="19" dur="26">
                                          <p:stCondLst>
                                            <p:cond delay="1808"/>
                                          </p:stCondLst>
                                        </p:cTn>
                                        <p:tgtEl>
                                          <p:spTgt spid="221"/>
                                        </p:tgtEl>
                                      </p:cBhvr>
                                      <p:to x="100000" y="95000"/>
                                    </p:animScale>
                                    <p:animScale>
                                      <p:cBhvr>
                                        <p:cTn id="20" dur="166" decel="50000">
                                          <p:stCondLst>
                                            <p:cond delay="1834"/>
                                          </p:stCondLst>
                                        </p:cTn>
                                        <p:tgtEl>
                                          <p:spTgt spid="221"/>
                                        </p:tgtEl>
                                      </p:cBhvr>
                                      <p:to x="100000" y="100000"/>
                                    </p:animScale>
                                  </p:childTnLst>
                                </p:cTn>
                              </p:par>
                              <p:par>
                                <p:cTn id="21" presetID="10" presetClass="entr" presetSubtype="0" fill="hold" nodeType="withEffect">
                                  <p:stCondLst>
                                    <p:cond delay="750"/>
                                  </p:stCondLst>
                                  <p:childTnLst>
                                    <p:set>
                                      <p:cBhvr>
                                        <p:cTn id="22" dur="1" fill="hold">
                                          <p:stCondLst>
                                            <p:cond delay="0"/>
                                          </p:stCondLst>
                                        </p:cTn>
                                        <p:tgtEl>
                                          <p:spTgt spid="222"/>
                                        </p:tgtEl>
                                        <p:attrNameLst>
                                          <p:attrName>style.visibility</p:attrName>
                                        </p:attrNameLst>
                                      </p:cBhvr>
                                      <p:to>
                                        <p:strVal val="visible"/>
                                      </p:to>
                                    </p:set>
                                    <p:animEffect transition="in" filter="fade">
                                      <p:cBhvr>
                                        <p:cTn id="23" dur="1250"/>
                                        <p:tgtEl>
                                          <p:spTgt spid="222"/>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226"/>
                                        </p:tgtEl>
                                        <p:attrNameLst>
                                          <p:attrName>style.visibility</p:attrName>
                                        </p:attrNameLst>
                                      </p:cBhvr>
                                      <p:to>
                                        <p:strVal val="visible"/>
                                      </p:to>
                                    </p:set>
                                    <p:animEffect transition="in" filter="barn(inVertical)">
                                      <p:cBhvr>
                                        <p:cTn id="26" dur="500"/>
                                        <p:tgtEl>
                                          <p:spTgt spid="226"/>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227"/>
                                        </p:tgtEl>
                                        <p:attrNameLst>
                                          <p:attrName>style.visibility</p:attrName>
                                        </p:attrNameLst>
                                      </p:cBhvr>
                                      <p:to>
                                        <p:strVal val="visible"/>
                                      </p:to>
                                    </p:set>
                                    <p:animEffect transition="in" filter="barn(inVertical)">
                                      <p:cBhvr>
                                        <p:cTn id="29" dur="500"/>
                                        <p:tgtEl>
                                          <p:spTgt spid="227"/>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24"/>
                                        </p:tgtEl>
                                        <p:attrNameLst>
                                          <p:attrName>style.visibility</p:attrName>
                                        </p:attrNameLst>
                                      </p:cBhvr>
                                      <p:to>
                                        <p:strVal val="visible"/>
                                      </p:to>
                                    </p:set>
                                    <p:animEffect transition="in" filter="barn(inVertical)">
                                      <p:cBhvr>
                                        <p:cTn id="32" dur="500"/>
                                        <p:tgtEl>
                                          <p:spTgt spid="224"/>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220">
                                            <p:txEl>
                                              <p:pRg st="0" end="0"/>
                                            </p:txEl>
                                          </p:spTgt>
                                        </p:tgtEl>
                                        <p:attrNameLst>
                                          <p:attrName>style.visibility</p:attrName>
                                        </p:attrNameLst>
                                      </p:cBhvr>
                                      <p:to>
                                        <p:strVal val="visible"/>
                                      </p:to>
                                    </p:set>
                                    <p:animEffect transition="in" filter="randombar(horizontal)">
                                      <p:cBhvr>
                                        <p:cTn id="35" dur="2000"/>
                                        <p:tgtEl>
                                          <p:spTgt spid="220">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228"/>
                                        </p:tgtEl>
                                        <p:attrNameLst>
                                          <p:attrName>style.visibility</p:attrName>
                                        </p:attrNameLst>
                                      </p:cBhvr>
                                      <p:to>
                                        <p:strVal val="visible"/>
                                      </p:to>
                                    </p:set>
                                    <p:animEffect transition="in" filter="circle(in)">
                                      <p:cBhvr>
                                        <p:cTn id="40" dur="1000"/>
                                        <p:tgtEl>
                                          <p:spTgt spid="228"/>
                                        </p:tgtEl>
                                      </p:cBhvr>
                                    </p:animEffect>
                                  </p:childTnLst>
                                </p:cTn>
                              </p:par>
                            </p:childTnLst>
                          </p:cTn>
                        </p:par>
                      </p:childTnLst>
                    </p:cTn>
                  </p:par>
                  <p:par>
                    <p:cTn id="41" fill="hold">
                      <p:stCondLst>
                        <p:cond delay="indefinite"/>
                      </p:stCondLst>
                      <p:childTnLst>
                        <p:par>
                          <p:cTn id="42" fill="hold">
                            <p:stCondLst>
                              <p:cond delay="0"/>
                            </p:stCondLst>
                            <p:childTnLst>
                              <p:par>
                                <p:cTn id="43" presetID="26"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290">
                                          <p:stCondLst>
                                            <p:cond delay="0"/>
                                          </p:stCondLst>
                                        </p:cTn>
                                        <p:tgtEl>
                                          <p:spTgt spid="11"/>
                                        </p:tgtEl>
                                      </p:cBhvr>
                                    </p:animEffect>
                                    <p:anim calcmode="lin" valueType="num">
                                      <p:cBhvr>
                                        <p:cTn id="46" dur="911"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7" dur="332"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8" dur="332" tmFilter="0, 0; 0.125,0.2665; 0.25,0.4; 0.375,0.465; 0.5,0.5;  0.625,0.535; 0.75,0.6; 0.875,0.7335; 1,1">
                                          <p:stCondLst>
                                            <p:cond delay="332"/>
                                          </p:stCondLst>
                                        </p:cTn>
                                        <p:tgtEl>
                                          <p:spTgt spid="11"/>
                                        </p:tgtEl>
                                        <p:attrNameLst>
                                          <p:attrName>ppt_y</p:attrName>
                                        </p:attrNameLst>
                                      </p:cBhvr>
                                      <p:tavLst>
                                        <p:tav tm="0" fmla="#ppt_y-sin(pi*$)/9">
                                          <p:val>
                                            <p:fltVal val="0"/>
                                          </p:val>
                                        </p:tav>
                                        <p:tav tm="100000">
                                          <p:val>
                                            <p:fltVal val="1"/>
                                          </p:val>
                                        </p:tav>
                                      </p:tavLst>
                                    </p:anim>
                                    <p:anim calcmode="lin" valueType="num">
                                      <p:cBhvr>
                                        <p:cTn id="49" dur="166" tmFilter="0, 0; 0.125,0.2665; 0.25,0.4; 0.375,0.465; 0.5,0.5;  0.625,0.535; 0.75,0.6; 0.875,0.7335; 1,1">
                                          <p:stCondLst>
                                            <p:cond delay="662"/>
                                          </p:stCondLst>
                                        </p:cTn>
                                        <p:tgtEl>
                                          <p:spTgt spid="11"/>
                                        </p:tgtEl>
                                        <p:attrNameLst>
                                          <p:attrName>ppt_y</p:attrName>
                                        </p:attrNameLst>
                                      </p:cBhvr>
                                      <p:tavLst>
                                        <p:tav tm="0" fmla="#ppt_y-sin(pi*$)/27">
                                          <p:val>
                                            <p:fltVal val="0"/>
                                          </p:val>
                                        </p:tav>
                                        <p:tav tm="100000">
                                          <p:val>
                                            <p:fltVal val="1"/>
                                          </p:val>
                                        </p:tav>
                                      </p:tavLst>
                                    </p:anim>
                                    <p:anim calcmode="lin" valueType="num">
                                      <p:cBhvr>
                                        <p:cTn id="50" dur="82" tmFilter="0, 0; 0.125,0.2665; 0.25,0.4; 0.375,0.465; 0.5,0.5;  0.625,0.535; 0.75,0.6; 0.875,0.7335; 1,1">
                                          <p:stCondLst>
                                            <p:cond delay="828"/>
                                          </p:stCondLst>
                                        </p:cTn>
                                        <p:tgtEl>
                                          <p:spTgt spid="11"/>
                                        </p:tgtEl>
                                        <p:attrNameLst>
                                          <p:attrName>ppt_y</p:attrName>
                                        </p:attrNameLst>
                                      </p:cBhvr>
                                      <p:tavLst>
                                        <p:tav tm="0" fmla="#ppt_y-sin(pi*$)/81">
                                          <p:val>
                                            <p:fltVal val="0"/>
                                          </p:val>
                                        </p:tav>
                                        <p:tav tm="100000">
                                          <p:val>
                                            <p:fltVal val="1"/>
                                          </p:val>
                                        </p:tav>
                                      </p:tavLst>
                                    </p:anim>
                                    <p:animScale>
                                      <p:cBhvr>
                                        <p:cTn id="51" dur="13">
                                          <p:stCondLst>
                                            <p:cond delay="325"/>
                                          </p:stCondLst>
                                        </p:cTn>
                                        <p:tgtEl>
                                          <p:spTgt spid="11"/>
                                        </p:tgtEl>
                                      </p:cBhvr>
                                      <p:to x="100000" y="60000"/>
                                    </p:animScale>
                                    <p:animScale>
                                      <p:cBhvr>
                                        <p:cTn id="52" dur="83" decel="50000">
                                          <p:stCondLst>
                                            <p:cond delay="338"/>
                                          </p:stCondLst>
                                        </p:cTn>
                                        <p:tgtEl>
                                          <p:spTgt spid="11"/>
                                        </p:tgtEl>
                                      </p:cBhvr>
                                      <p:to x="100000" y="100000"/>
                                    </p:animScale>
                                    <p:animScale>
                                      <p:cBhvr>
                                        <p:cTn id="53" dur="13">
                                          <p:stCondLst>
                                            <p:cond delay="656"/>
                                          </p:stCondLst>
                                        </p:cTn>
                                        <p:tgtEl>
                                          <p:spTgt spid="11"/>
                                        </p:tgtEl>
                                      </p:cBhvr>
                                      <p:to x="100000" y="80000"/>
                                    </p:animScale>
                                    <p:animScale>
                                      <p:cBhvr>
                                        <p:cTn id="54" dur="83" decel="50000">
                                          <p:stCondLst>
                                            <p:cond delay="669"/>
                                          </p:stCondLst>
                                        </p:cTn>
                                        <p:tgtEl>
                                          <p:spTgt spid="11"/>
                                        </p:tgtEl>
                                      </p:cBhvr>
                                      <p:to x="100000" y="100000"/>
                                    </p:animScale>
                                    <p:animScale>
                                      <p:cBhvr>
                                        <p:cTn id="55" dur="13">
                                          <p:stCondLst>
                                            <p:cond delay="821"/>
                                          </p:stCondLst>
                                        </p:cTn>
                                        <p:tgtEl>
                                          <p:spTgt spid="11"/>
                                        </p:tgtEl>
                                      </p:cBhvr>
                                      <p:to x="100000" y="90000"/>
                                    </p:animScale>
                                    <p:animScale>
                                      <p:cBhvr>
                                        <p:cTn id="56" dur="83" decel="50000">
                                          <p:stCondLst>
                                            <p:cond delay="834"/>
                                          </p:stCondLst>
                                        </p:cTn>
                                        <p:tgtEl>
                                          <p:spTgt spid="11"/>
                                        </p:tgtEl>
                                      </p:cBhvr>
                                      <p:to x="100000" y="100000"/>
                                    </p:animScale>
                                    <p:animScale>
                                      <p:cBhvr>
                                        <p:cTn id="57" dur="13">
                                          <p:stCondLst>
                                            <p:cond delay="904"/>
                                          </p:stCondLst>
                                        </p:cTn>
                                        <p:tgtEl>
                                          <p:spTgt spid="11"/>
                                        </p:tgtEl>
                                      </p:cBhvr>
                                      <p:to x="100000" y="95000"/>
                                    </p:animScale>
                                    <p:animScale>
                                      <p:cBhvr>
                                        <p:cTn id="58" dur="83" decel="50000">
                                          <p:stCondLst>
                                            <p:cond delay="917"/>
                                          </p:stCondLst>
                                        </p:cTn>
                                        <p:tgtEl>
                                          <p:spTgt spid="11"/>
                                        </p:tgtEl>
                                      </p:cBhvr>
                                      <p:to x="100000" y="100000"/>
                                    </p:animScale>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25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grpId="0" nodeType="clickEffect">
                                  <p:stCondLst>
                                    <p:cond delay="0"/>
                                  </p:stCondLst>
                                  <p:childTnLst>
                                    <p:set>
                                      <p:cBhvr>
                                        <p:cTn id="67"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68" dur="1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build="p"/>
      <p:bldP spid="221" grpId="0"/>
      <p:bldP spid="224" grpId="0" animBg="1"/>
      <p:bldP spid="226" grpId="0" animBg="1"/>
      <p:bldP spid="227" grpId="0" animBg="1"/>
      <p:bldP spid="11" grpId="0"/>
      <p:bldP spid="1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smtClean="0"/>
              <a:t>02</a:t>
            </a:r>
            <a:endParaRPr dirty="0"/>
          </a:p>
        </p:txBody>
      </p:sp>
      <p:pic>
        <p:nvPicPr>
          <p:cNvPr id="211" name="Google Shape;211;p32"/>
          <p:cNvPicPr preferRelativeResize="0"/>
          <p:nvPr/>
        </p:nvPicPr>
        <p:blipFill>
          <a:blip r:embed="rId3">
            <a:alphaModFix amt="86000"/>
          </a:blip>
          <a:stretch>
            <a:fillRect/>
          </a:stretch>
        </p:blipFill>
        <p:spPr>
          <a:xfrm rot="1344117">
            <a:off x="3823923" y="1392082"/>
            <a:ext cx="1496149" cy="1160650"/>
          </a:xfrm>
          <a:prstGeom prst="rect">
            <a:avLst/>
          </a:prstGeom>
          <a:noFill/>
          <a:ln>
            <a:noFill/>
          </a:ln>
        </p:spPr>
      </p:pic>
      <p:sp>
        <p:nvSpPr>
          <p:cNvPr id="214" name="Google Shape;214;p32"/>
          <p:cNvSpPr txBox="1">
            <a:spLocks noGrp="1"/>
          </p:cNvSpPr>
          <p:nvPr>
            <p:ph type="title"/>
          </p:nvPr>
        </p:nvSpPr>
        <p:spPr>
          <a:xfrm>
            <a:off x="2750288" y="2794030"/>
            <a:ext cx="3926615"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600" dirty="0" smtClean="0"/>
              <a:t>CƠ SỞ LÝ THUYẾT</a:t>
            </a:r>
            <a:endParaRPr sz="3600" dirty="0"/>
          </a:p>
        </p:txBody>
      </p:sp>
      <p:sp>
        <p:nvSpPr>
          <p:cNvPr id="7" name="Google Shape;517;p50"/>
          <p:cNvSpPr/>
          <p:nvPr/>
        </p:nvSpPr>
        <p:spPr>
          <a:xfrm rot="1436302">
            <a:off x="4771541" y="1046115"/>
            <a:ext cx="933775" cy="462356"/>
          </a:xfrm>
          <a:custGeom>
            <a:avLst/>
            <a:gdLst/>
            <a:ahLst/>
            <a:cxnLst/>
            <a:rect l="l" t="t" r="r" b="b"/>
            <a:pathLst>
              <a:path w="37351" h="19245" extrusionOk="0">
                <a:moveTo>
                  <a:pt x="17282" y="1401"/>
                </a:moveTo>
                <a:cubicBezTo>
                  <a:pt x="20136" y="1401"/>
                  <a:pt x="22144" y="3382"/>
                  <a:pt x="23448" y="5890"/>
                </a:cubicBezTo>
                <a:cubicBezTo>
                  <a:pt x="23258" y="5964"/>
                  <a:pt x="23068" y="6041"/>
                  <a:pt x="22880" y="6130"/>
                </a:cubicBezTo>
                <a:cubicBezTo>
                  <a:pt x="22220" y="6437"/>
                  <a:pt x="22631" y="7324"/>
                  <a:pt x="23245" y="7324"/>
                </a:cubicBezTo>
                <a:cubicBezTo>
                  <a:pt x="23339" y="7324"/>
                  <a:pt x="23438" y="7303"/>
                  <a:pt x="23539" y="7256"/>
                </a:cubicBezTo>
                <a:cubicBezTo>
                  <a:pt x="24653" y="6737"/>
                  <a:pt x="25773" y="6501"/>
                  <a:pt x="26848" y="6501"/>
                </a:cubicBezTo>
                <a:cubicBezTo>
                  <a:pt x="31530" y="6501"/>
                  <a:pt x="35369" y="10963"/>
                  <a:pt x="34257" y="15906"/>
                </a:cubicBezTo>
                <a:cubicBezTo>
                  <a:pt x="34217" y="15886"/>
                  <a:pt x="34172" y="15875"/>
                  <a:pt x="34127" y="15875"/>
                </a:cubicBezTo>
                <a:cubicBezTo>
                  <a:pt x="23493" y="15902"/>
                  <a:pt x="12874" y="16273"/>
                  <a:pt x="2330" y="17730"/>
                </a:cubicBezTo>
                <a:cubicBezTo>
                  <a:pt x="2299" y="16906"/>
                  <a:pt x="2633" y="15766"/>
                  <a:pt x="2751" y="15427"/>
                </a:cubicBezTo>
                <a:cubicBezTo>
                  <a:pt x="3100" y="14417"/>
                  <a:pt x="3636" y="13460"/>
                  <a:pt x="4383" y="12689"/>
                </a:cubicBezTo>
                <a:cubicBezTo>
                  <a:pt x="5622" y="11410"/>
                  <a:pt x="7168" y="10785"/>
                  <a:pt x="8847" y="10459"/>
                </a:cubicBezTo>
                <a:cubicBezTo>
                  <a:pt x="8956" y="10602"/>
                  <a:pt x="9111" y="10666"/>
                  <a:pt x="9270" y="10666"/>
                </a:cubicBezTo>
                <a:cubicBezTo>
                  <a:pt x="9572" y="10666"/>
                  <a:pt x="9888" y="10436"/>
                  <a:pt x="9935" y="10068"/>
                </a:cubicBezTo>
                <a:cubicBezTo>
                  <a:pt x="10174" y="8174"/>
                  <a:pt x="10152" y="6521"/>
                  <a:pt x="11214" y="4832"/>
                </a:cubicBezTo>
                <a:cubicBezTo>
                  <a:pt x="12259" y="3168"/>
                  <a:pt x="13900" y="1982"/>
                  <a:pt x="15826" y="1563"/>
                </a:cubicBezTo>
                <a:cubicBezTo>
                  <a:pt x="16334" y="1453"/>
                  <a:pt x="16819" y="1401"/>
                  <a:pt x="17282" y="1401"/>
                </a:cubicBezTo>
                <a:close/>
                <a:moveTo>
                  <a:pt x="4726" y="11750"/>
                </a:moveTo>
                <a:cubicBezTo>
                  <a:pt x="4071" y="12275"/>
                  <a:pt x="3507" y="12903"/>
                  <a:pt x="3055" y="13610"/>
                </a:cubicBezTo>
                <a:cubicBezTo>
                  <a:pt x="2656" y="14240"/>
                  <a:pt x="1677" y="16400"/>
                  <a:pt x="1710" y="17814"/>
                </a:cubicBezTo>
                <a:cubicBezTo>
                  <a:pt x="1678" y="17818"/>
                  <a:pt x="1645" y="17823"/>
                  <a:pt x="1611" y="17826"/>
                </a:cubicBezTo>
                <a:lnTo>
                  <a:pt x="1611" y="17828"/>
                </a:lnTo>
                <a:cubicBezTo>
                  <a:pt x="1604" y="17829"/>
                  <a:pt x="1596" y="17833"/>
                  <a:pt x="1589" y="17836"/>
                </a:cubicBezTo>
                <a:cubicBezTo>
                  <a:pt x="1565" y="15911"/>
                  <a:pt x="2192" y="14027"/>
                  <a:pt x="3601" y="12637"/>
                </a:cubicBezTo>
                <a:cubicBezTo>
                  <a:pt x="3943" y="12301"/>
                  <a:pt x="4319" y="12002"/>
                  <a:pt x="4726" y="11750"/>
                </a:cubicBezTo>
                <a:close/>
                <a:moveTo>
                  <a:pt x="29225" y="16380"/>
                </a:moveTo>
                <a:cubicBezTo>
                  <a:pt x="30746" y="16380"/>
                  <a:pt x="32267" y="16400"/>
                  <a:pt x="33788" y="16444"/>
                </a:cubicBezTo>
                <a:cubicBezTo>
                  <a:pt x="23556" y="17430"/>
                  <a:pt x="13295" y="17955"/>
                  <a:pt x="3008" y="18021"/>
                </a:cubicBezTo>
                <a:lnTo>
                  <a:pt x="3008" y="18021"/>
                </a:lnTo>
                <a:cubicBezTo>
                  <a:pt x="11711" y="17068"/>
                  <a:pt x="20465" y="16380"/>
                  <a:pt x="29225" y="16380"/>
                </a:cubicBezTo>
                <a:close/>
                <a:moveTo>
                  <a:pt x="17034" y="1"/>
                </a:moveTo>
                <a:cubicBezTo>
                  <a:pt x="16671" y="1"/>
                  <a:pt x="16313" y="28"/>
                  <a:pt x="15966" y="83"/>
                </a:cubicBezTo>
                <a:cubicBezTo>
                  <a:pt x="11783" y="751"/>
                  <a:pt x="7857" y="5220"/>
                  <a:pt x="8597" y="9616"/>
                </a:cubicBezTo>
                <a:cubicBezTo>
                  <a:pt x="8221" y="9541"/>
                  <a:pt x="7851" y="9505"/>
                  <a:pt x="7489" y="9505"/>
                </a:cubicBezTo>
                <a:cubicBezTo>
                  <a:pt x="3172" y="9505"/>
                  <a:pt x="0" y="14610"/>
                  <a:pt x="423" y="18641"/>
                </a:cubicBezTo>
                <a:cubicBezTo>
                  <a:pt x="456" y="18966"/>
                  <a:pt x="672" y="19243"/>
                  <a:pt x="1026" y="19245"/>
                </a:cubicBezTo>
                <a:cubicBezTo>
                  <a:pt x="1076" y="19245"/>
                  <a:pt x="1126" y="19245"/>
                  <a:pt x="1176" y="19245"/>
                </a:cubicBezTo>
                <a:cubicBezTo>
                  <a:pt x="12338" y="19245"/>
                  <a:pt x="23478" y="18695"/>
                  <a:pt x="34596" y="17599"/>
                </a:cubicBezTo>
                <a:cubicBezTo>
                  <a:pt x="34886" y="17570"/>
                  <a:pt x="35093" y="17424"/>
                  <a:pt x="35189" y="17147"/>
                </a:cubicBezTo>
                <a:cubicBezTo>
                  <a:pt x="37350" y="10937"/>
                  <a:pt x="32525" y="5255"/>
                  <a:pt x="26755" y="5255"/>
                </a:cubicBezTo>
                <a:cubicBezTo>
                  <a:pt x="25956" y="5255"/>
                  <a:pt x="25138" y="5365"/>
                  <a:pt x="24318" y="5597"/>
                </a:cubicBezTo>
                <a:cubicBezTo>
                  <a:pt x="24050" y="2218"/>
                  <a:pt x="20324" y="1"/>
                  <a:pt x="17034" y="1"/>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518;p50"/>
          <p:cNvGrpSpPr/>
          <p:nvPr/>
        </p:nvGrpSpPr>
        <p:grpSpPr>
          <a:xfrm rot="20620909">
            <a:off x="6368963" y="2383227"/>
            <a:ext cx="615879" cy="631855"/>
            <a:chOff x="5878300" y="2628050"/>
            <a:chExt cx="615875" cy="631850"/>
          </a:xfrm>
        </p:grpSpPr>
        <p:sp>
          <p:nvSpPr>
            <p:cNvPr id="9" name="Google Shape;519;p50"/>
            <p:cNvSpPr/>
            <p:nvPr/>
          </p:nvSpPr>
          <p:spPr>
            <a:xfrm>
              <a:off x="5891350" y="2950125"/>
              <a:ext cx="320175" cy="309775"/>
            </a:xfrm>
            <a:custGeom>
              <a:avLst/>
              <a:gdLst/>
              <a:ahLst/>
              <a:cxnLst/>
              <a:rect l="l" t="t" r="r" b="b"/>
              <a:pathLst>
                <a:path w="12807" h="12391" extrusionOk="0">
                  <a:moveTo>
                    <a:pt x="2779" y="1165"/>
                  </a:moveTo>
                  <a:cubicBezTo>
                    <a:pt x="3067" y="1165"/>
                    <a:pt x="3517" y="1315"/>
                    <a:pt x="3709" y="1357"/>
                  </a:cubicBezTo>
                  <a:cubicBezTo>
                    <a:pt x="4555" y="1545"/>
                    <a:pt x="5378" y="1881"/>
                    <a:pt x="6141" y="2282"/>
                  </a:cubicBezTo>
                  <a:cubicBezTo>
                    <a:pt x="7759" y="3133"/>
                    <a:pt x="9166" y="4383"/>
                    <a:pt x="10191" y="5898"/>
                  </a:cubicBezTo>
                  <a:cubicBezTo>
                    <a:pt x="10647" y="6571"/>
                    <a:pt x="11022" y="7298"/>
                    <a:pt x="11309" y="8059"/>
                  </a:cubicBezTo>
                  <a:cubicBezTo>
                    <a:pt x="11489" y="8539"/>
                    <a:pt x="11990" y="10762"/>
                    <a:pt x="11284" y="10762"/>
                  </a:cubicBezTo>
                  <a:cubicBezTo>
                    <a:pt x="11164" y="10762"/>
                    <a:pt x="11009" y="10698"/>
                    <a:pt x="10812" y="10550"/>
                  </a:cubicBezTo>
                  <a:cubicBezTo>
                    <a:pt x="10417" y="10253"/>
                    <a:pt x="10205" y="9028"/>
                    <a:pt x="9988" y="8545"/>
                  </a:cubicBezTo>
                  <a:cubicBezTo>
                    <a:pt x="9631" y="7752"/>
                    <a:pt x="9238" y="6970"/>
                    <a:pt x="8759" y="6241"/>
                  </a:cubicBezTo>
                  <a:cubicBezTo>
                    <a:pt x="7512" y="4343"/>
                    <a:pt x="5379" y="2418"/>
                    <a:pt x="2989" y="2418"/>
                  </a:cubicBezTo>
                  <a:cubicBezTo>
                    <a:pt x="2807" y="2418"/>
                    <a:pt x="2624" y="2430"/>
                    <a:pt x="2440" y="2453"/>
                  </a:cubicBezTo>
                  <a:cubicBezTo>
                    <a:pt x="2307" y="2199"/>
                    <a:pt x="2354" y="1786"/>
                    <a:pt x="2594" y="1200"/>
                  </a:cubicBezTo>
                  <a:cubicBezTo>
                    <a:pt x="2640" y="1175"/>
                    <a:pt x="2704" y="1165"/>
                    <a:pt x="2779" y="1165"/>
                  </a:cubicBezTo>
                  <a:close/>
                  <a:moveTo>
                    <a:pt x="2610" y="0"/>
                  </a:moveTo>
                  <a:cubicBezTo>
                    <a:pt x="1929" y="0"/>
                    <a:pt x="1289" y="181"/>
                    <a:pt x="856" y="714"/>
                  </a:cubicBezTo>
                  <a:cubicBezTo>
                    <a:pt x="0" y="1766"/>
                    <a:pt x="813" y="3105"/>
                    <a:pt x="1898" y="3566"/>
                  </a:cubicBezTo>
                  <a:cubicBezTo>
                    <a:pt x="3093" y="4076"/>
                    <a:pt x="4427" y="3814"/>
                    <a:pt x="5624" y="4432"/>
                  </a:cubicBezTo>
                  <a:cubicBezTo>
                    <a:pt x="6176" y="4716"/>
                    <a:pt x="6664" y="5096"/>
                    <a:pt x="7103" y="5529"/>
                  </a:cubicBezTo>
                  <a:cubicBezTo>
                    <a:pt x="7770" y="6282"/>
                    <a:pt x="8342" y="7169"/>
                    <a:pt x="8838" y="8209"/>
                  </a:cubicBezTo>
                  <a:cubicBezTo>
                    <a:pt x="9340" y="9264"/>
                    <a:pt x="9620" y="10424"/>
                    <a:pt x="10129" y="11470"/>
                  </a:cubicBezTo>
                  <a:cubicBezTo>
                    <a:pt x="10342" y="11907"/>
                    <a:pt x="10616" y="12390"/>
                    <a:pt x="11175" y="12390"/>
                  </a:cubicBezTo>
                  <a:cubicBezTo>
                    <a:pt x="11189" y="12390"/>
                    <a:pt x="11202" y="12390"/>
                    <a:pt x="11215" y="12389"/>
                  </a:cubicBezTo>
                  <a:cubicBezTo>
                    <a:pt x="12599" y="12332"/>
                    <a:pt x="12807" y="10133"/>
                    <a:pt x="12709" y="9178"/>
                  </a:cubicBezTo>
                  <a:cubicBezTo>
                    <a:pt x="12509" y="7180"/>
                    <a:pt x="11328" y="5276"/>
                    <a:pt x="10006" y="3820"/>
                  </a:cubicBezTo>
                  <a:cubicBezTo>
                    <a:pt x="8645" y="2323"/>
                    <a:pt x="6902" y="1162"/>
                    <a:pt x="4989" y="497"/>
                  </a:cubicBezTo>
                  <a:cubicBezTo>
                    <a:pt x="4339" y="272"/>
                    <a:pt x="3444" y="0"/>
                    <a:pt x="2610" y="0"/>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20;p50"/>
            <p:cNvSpPr/>
            <p:nvPr/>
          </p:nvSpPr>
          <p:spPr>
            <a:xfrm>
              <a:off x="5890350" y="2788200"/>
              <a:ext cx="471300" cy="455625"/>
            </a:xfrm>
            <a:custGeom>
              <a:avLst/>
              <a:gdLst/>
              <a:ahLst/>
              <a:cxnLst/>
              <a:rect l="l" t="t" r="r" b="b"/>
              <a:pathLst>
                <a:path w="18852" h="18225" extrusionOk="0">
                  <a:moveTo>
                    <a:pt x="2535" y="1107"/>
                  </a:moveTo>
                  <a:cubicBezTo>
                    <a:pt x="2749" y="1107"/>
                    <a:pt x="3037" y="1189"/>
                    <a:pt x="3418" y="1237"/>
                  </a:cubicBezTo>
                  <a:cubicBezTo>
                    <a:pt x="3961" y="1305"/>
                    <a:pt x="4501" y="1404"/>
                    <a:pt x="5033" y="1535"/>
                  </a:cubicBezTo>
                  <a:cubicBezTo>
                    <a:pt x="7244" y="2080"/>
                    <a:pt x="9338" y="3118"/>
                    <a:pt x="11117" y="4541"/>
                  </a:cubicBezTo>
                  <a:cubicBezTo>
                    <a:pt x="12744" y="5843"/>
                    <a:pt x="14129" y="7453"/>
                    <a:pt x="15136" y="9279"/>
                  </a:cubicBezTo>
                  <a:cubicBezTo>
                    <a:pt x="16162" y="11137"/>
                    <a:pt x="18019" y="15637"/>
                    <a:pt x="15560" y="16953"/>
                  </a:cubicBezTo>
                  <a:cubicBezTo>
                    <a:pt x="15526" y="13536"/>
                    <a:pt x="14214" y="10340"/>
                    <a:pt x="11945" y="7754"/>
                  </a:cubicBezTo>
                  <a:lnTo>
                    <a:pt x="11945" y="7753"/>
                  </a:lnTo>
                  <a:cubicBezTo>
                    <a:pt x="10745" y="6386"/>
                    <a:pt x="9281" y="5240"/>
                    <a:pt x="7643" y="4447"/>
                  </a:cubicBezTo>
                  <a:cubicBezTo>
                    <a:pt x="6827" y="4054"/>
                    <a:pt x="5986" y="3766"/>
                    <a:pt x="5112" y="3530"/>
                  </a:cubicBezTo>
                  <a:cubicBezTo>
                    <a:pt x="4533" y="3373"/>
                    <a:pt x="3946" y="3240"/>
                    <a:pt x="3368" y="3077"/>
                  </a:cubicBezTo>
                  <a:cubicBezTo>
                    <a:pt x="3079" y="3000"/>
                    <a:pt x="2793" y="2914"/>
                    <a:pt x="2509" y="2817"/>
                  </a:cubicBezTo>
                  <a:cubicBezTo>
                    <a:pt x="2470" y="2815"/>
                    <a:pt x="2438" y="2809"/>
                    <a:pt x="2402" y="2806"/>
                  </a:cubicBezTo>
                  <a:cubicBezTo>
                    <a:pt x="2121" y="2625"/>
                    <a:pt x="1962" y="2352"/>
                    <a:pt x="2023" y="1837"/>
                  </a:cubicBezTo>
                  <a:cubicBezTo>
                    <a:pt x="2091" y="1256"/>
                    <a:pt x="2246" y="1107"/>
                    <a:pt x="2535" y="1107"/>
                  </a:cubicBezTo>
                  <a:close/>
                  <a:moveTo>
                    <a:pt x="2463" y="0"/>
                  </a:moveTo>
                  <a:cubicBezTo>
                    <a:pt x="1860" y="0"/>
                    <a:pt x="1289" y="107"/>
                    <a:pt x="846" y="413"/>
                  </a:cubicBezTo>
                  <a:cubicBezTo>
                    <a:pt x="1" y="997"/>
                    <a:pt x="28" y="2000"/>
                    <a:pt x="674" y="2735"/>
                  </a:cubicBezTo>
                  <a:cubicBezTo>
                    <a:pt x="1629" y="3822"/>
                    <a:pt x="3357" y="3989"/>
                    <a:pt x="4777" y="4098"/>
                  </a:cubicBezTo>
                  <a:cubicBezTo>
                    <a:pt x="5794" y="4404"/>
                    <a:pt x="6784" y="4744"/>
                    <a:pt x="7727" y="5269"/>
                  </a:cubicBezTo>
                  <a:cubicBezTo>
                    <a:pt x="12155" y="7734"/>
                    <a:pt x="14769" y="12682"/>
                    <a:pt x="14506" y="17709"/>
                  </a:cubicBezTo>
                  <a:cubicBezTo>
                    <a:pt x="14491" y="18014"/>
                    <a:pt x="14766" y="18224"/>
                    <a:pt x="15044" y="18224"/>
                  </a:cubicBezTo>
                  <a:cubicBezTo>
                    <a:pt x="15085" y="18224"/>
                    <a:pt x="15126" y="18220"/>
                    <a:pt x="15166" y="18210"/>
                  </a:cubicBezTo>
                  <a:cubicBezTo>
                    <a:pt x="18852" y="17345"/>
                    <a:pt x="17827" y="12713"/>
                    <a:pt x="16754" y="10191"/>
                  </a:cubicBezTo>
                  <a:cubicBezTo>
                    <a:pt x="15384" y="6966"/>
                    <a:pt x="12955" y="4233"/>
                    <a:pt x="9971" y="2408"/>
                  </a:cubicBezTo>
                  <a:cubicBezTo>
                    <a:pt x="8467" y="1486"/>
                    <a:pt x="6812" y="795"/>
                    <a:pt x="5091" y="408"/>
                  </a:cubicBezTo>
                  <a:cubicBezTo>
                    <a:pt x="4364" y="244"/>
                    <a:pt x="3377" y="0"/>
                    <a:pt x="2463" y="0"/>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21;p50"/>
            <p:cNvSpPr/>
            <p:nvPr/>
          </p:nvSpPr>
          <p:spPr>
            <a:xfrm>
              <a:off x="5878300" y="2628050"/>
              <a:ext cx="615875" cy="609700"/>
            </a:xfrm>
            <a:custGeom>
              <a:avLst/>
              <a:gdLst/>
              <a:ahLst/>
              <a:cxnLst/>
              <a:rect l="l" t="t" r="r" b="b"/>
              <a:pathLst>
                <a:path w="24635" h="24388" extrusionOk="0">
                  <a:moveTo>
                    <a:pt x="3463" y="1062"/>
                  </a:moveTo>
                  <a:cubicBezTo>
                    <a:pt x="4963" y="1062"/>
                    <a:pt x="6605" y="1497"/>
                    <a:pt x="7970" y="1881"/>
                  </a:cubicBezTo>
                  <a:cubicBezTo>
                    <a:pt x="14726" y="3777"/>
                    <a:pt x="20123" y="8997"/>
                    <a:pt x="22147" y="15721"/>
                  </a:cubicBezTo>
                  <a:cubicBezTo>
                    <a:pt x="22617" y="17284"/>
                    <a:pt x="22908" y="18906"/>
                    <a:pt x="22987" y="20537"/>
                  </a:cubicBezTo>
                  <a:cubicBezTo>
                    <a:pt x="23012" y="21045"/>
                    <a:pt x="23147" y="23296"/>
                    <a:pt x="22114" y="23296"/>
                  </a:cubicBezTo>
                  <a:cubicBezTo>
                    <a:pt x="22017" y="23296"/>
                    <a:pt x="21909" y="23276"/>
                    <a:pt x="21789" y="23233"/>
                  </a:cubicBezTo>
                  <a:cubicBezTo>
                    <a:pt x="21404" y="23093"/>
                    <a:pt x="21446" y="21407"/>
                    <a:pt x="21376" y="20931"/>
                  </a:cubicBezTo>
                  <a:cubicBezTo>
                    <a:pt x="20947" y="18046"/>
                    <a:pt x="20045" y="15209"/>
                    <a:pt x="18581" y="12679"/>
                  </a:cubicBezTo>
                  <a:cubicBezTo>
                    <a:pt x="17548" y="10894"/>
                    <a:pt x="16242" y="9326"/>
                    <a:pt x="14700" y="8014"/>
                  </a:cubicBezTo>
                  <a:cubicBezTo>
                    <a:pt x="14341" y="7692"/>
                    <a:pt x="13975" y="7379"/>
                    <a:pt x="13594" y="7086"/>
                  </a:cubicBezTo>
                  <a:cubicBezTo>
                    <a:pt x="11246" y="5286"/>
                    <a:pt x="8487" y="4010"/>
                    <a:pt x="5594" y="3397"/>
                  </a:cubicBezTo>
                  <a:cubicBezTo>
                    <a:pt x="5207" y="3315"/>
                    <a:pt x="4817" y="3252"/>
                    <a:pt x="4426" y="3195"/>
                  </a:cubicBezTo>
                  <a:lnTo>
                    <a:pt x="4410" y="3190"/>
                  </a:lnTo>
                  <a:cubicBezTo>
                    <a:pt x="4032" y="3087"/>
                    <a:pt x="3647" y="3003"/>
                    <a:pt x="3272" y="2894"/>
                  </a:cubicBezTo>
                  <a:cubicBezTo>
                    <a:pt x="3090" y="2840"/>
                    <a:pt x="1308" y="2127"/>
                    <a:pt x="1275" y="1472"/>
                  </a:cubicBezTo>
                  <a:cubicBezTo>
                    <a:pt x="1399" y="1136"/>
                    <a:pt x="2252" y="1162"/>
                    <a:pt x="2609" y="1114"/>
                  </a:cubicBezTo>
                  <a:cubicBezTo>
                    <a:pt x="2886" y="1078"/>
                    <a:pt x="3172" y="1062"/>
                    <a:pt x="3463" y="1062"/>
                  </a:cubicBezTo>
                  <a:close/>
                  <a:moveTo>
                    <a:pt x="2663" y="1"/>
                  </a:moveTo>
                  <a:cubicBezTo>
                    <a:pt x="1836" y="1"/>
                    <a:pt x="985" y="147"/>
                    <a:pt x="550" y="873"/>
                  </a:cubicBezTo>
                  <a:cubicBezTo>
                    <a:pt x="0" y="1790"/>
                    <a:pt x="489" y="2914"/>
                    <a:pt x="1300" y="3491"/>
                  </a:cubicBezTo>
                  <a:cubicBezTo>
                    <a:pt x="1903" y="3920"/>
                    <a:pt x="2657" y="3981"/>
                    <a:pt x="3364" y="4081"/>
                  </a:cubicBezTo>
                  <a:cubicBezTo>
                    <a:pt x="4573" y="4252"/>
                    <a:pt x="5752" y="4390"/>
                    <a:pt x="6932" y="4720"/>
                  </a:cubicBezTo>
                  <a:cubicBezTo>
                    <a:pt x="7167" y="4785"/>
                    <a:pt x="7401" y="4861"/>
                    <a:pt x="7634" y="4936"/>
                  </a:cubicBezTo>
                  <a:cubicBezTo>
                    <a:pt x="9059" y="5457"/>
                    <a:pt x="10445" y="6064"/>
                    <a:pt x="11745" y="6816"/>
                  </a:cubicBezTo>
                  <a:cubicBezTo>
                    <a:pt x="12524" y="7286"/>
                    <a:pt x="13269" y="7811"/>
                    <a:pt x="13976" y="8385"/>
                  </a:cubicBezTo>
                  <a:cubicBezTo>
                    <a:pt x="14964" y="9193"/>
                    <a:pt x="15862" y="10106"/>
                    <a:pt x="16653" y="11107"/>
                  </a:cubicBezTo>
                  <a:cubicBezTo>
                    <a:pt x="19144" y="14421"/>
                    <a:pt x="20050" y="18297"/>
                    <a:pt x="20694" y="22386"/>
                  </a:cubicBezTo>
                  <a:cubicBezTo>
                    <a:pt x="20803" y="23073"/>
                    <a:pt x="20955" y="24067"/>
                    <a:pt x="21741" y="24324"/>
                  </a:cubicBezTo>
                  <a:cubicBezTo>
                    <a:pt x="21872" y="24367"/>
                    <a:pt x="21998" y="24387"/>
                    <a:pt x="22118" y="24387"/>
                  </a:cubicBezTo>
                  <a:cubicBezTo>
                    <a:pt x="22982" y="24387"/>
                    <a:pt x="23572" y="23372"/>
                    <a:pt x="23774" y="22623"/>
                  </a:cubicBezTo>
                  <a:cubicBezTo>
                    <a:pt x="24634" y="19430"/>
                    <a:pt x="23143" y="15094"/>
                    <a:pt x="21785" y="12244"/>
                  </a:cubicBezTo>
                  <a:cubicBezTo>
                    <a:pt x="20144" y="8797"/>
                    <a:pt x="17610" y="5811"/>
                    <a:pt x="14453" y="3664"/>
                  </a:cubicBezTo>
                  <a:cubicBezTo>
                    <a:pt x="11304" y="1522"/>
                    <a:pt x="7521" y="279"/>
                    <a:pt x="3725" y="50"/>
                  </a:cubicBezTo>
                  <a:cubicBezTo>
                    <a:pt x="3403" y="31"/>
                    <a:pt x="3035" y="1"/>
                    <a:pt x="2663" y="1"/>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7971324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down)">
                                      <p:cBhvr>
                                        <p:cTn id="7" dur="362">
                                          <p:stCondLst>
                                            <p:cond delay="0"/>
                                          </p:stCondLst>
                                        </p:cTn>
                                        <p:tgtEl>
                                          <p:spTgt spid="210"/>
                                        </p:tgtEl>
                                      </p:cBhvr>
                                    </p:animEffect>
                                    <p:anim calcmode="lin" valueType="num">
                                      <p:cBhvr>
                                        <p:cTn id="8" dur="1139" tmFilter="0,0; 0.14,0.36; 0.43,0.73; 0.71,0.91; 1.0,1.0">
                                          <p:stCondLst>
                                            <p:cond delay="0"/>
                                          </p:stCondLst>
                                        </p:cTn>
                                        <p:tgtEl>
                                          <p:spTgt spid="210"/>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210"/>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210"/>
                                        </p:tgtEl>
                                        <p:attrNameLst>
                                          <p:attrName>ppt_y</p:attrName>
                                        </p:attrNameLst>
                                      </p:cBhvr>
                                      <p:tavLst>
                                        <p:tav tm="0" fmla="#ppt_y-sin(pi*$)/9">
                                          <p:val>
                                            <p:fltVal val="0"/>
                                          </p:val>
                                        </p:tav>
                                        <p:tav tm="100000">
                                          <p:val>
                                            <p:fltVal val="1"/>
                                          </p:val>
                                        </p:tav>
                                      </p:tavLst>
                                    </p:anim>
                                    <p:anim calcmode="lin" valueType="num">
                                      <p:cBhvr>
                                        <p:cTn id="11" dur="207" tmFilter="0, 0; 0.125,0.2665; 0.25,0.4; 0.375,0.465; 0.5,0.5;  0.625,0.535; 0.75,0.6; 0.875,0.7335; 1,1">
                                          <p:stCondLst>
                                            <p:cond delay="828"/>
                                          </p:stCondLst>
                                        </p:cTn>
                                        <p:tgtEl>
                                          <p:spTgt spid="210"/>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210"/>
                                        </p:tgtEl>
                                        <p:attrNameLst>
                                          <p:attrName>ppt_y</p:attrName>
                                        </p:attrNameLst>
                                      </p:cBhvr>
                                      <p:tavLst>
                                        <p:tav tm="0" fmla="#ppt_y-sin(pi*$)/81">
                                          <p:val>
                                            <p:fltVal val="0"/>
                                          </p:val>
                                        </p:tav>
                                        <p:tav tm="100000">
                                          <p:val>
                                            <p:fltVal val="1"/>
                                          </p:val>
                                        </p:tav>
                                      </p:tavLst>
                                    </p:anim>
                                    <p:animScale>
                                      <p:cBhvr>
                                        <p:cTn id="13" dur="16">
                                          <p:stCondLst>
                                            <p:cond delay="406"/>
                                          </p:stCondLst>
                                        </p:cTn>
                                        <p:tgtEl>
                                          <p:spTgt spid="210"/>
                                        </p:tgtEl>
                                      </p:cBhvr>
                                      <p:to x="100000" y="60000"/>
                                    </p:animScale>
                                    <p:animScale>
                                      <p:cBhvr>
                                        <p:cTn id="14" dur="104" decel="50000">
                                          <p:stCondLst>
                                            <p:cond delay="423"/>
                                          </p:stCondLst>
                                        </p:cTn>
                                        <p:tgtEl>
                                          <p:spTgt spid="210"/>
                                        </p:tgtEl>
                                      </p:cBhvr>
                                      <p:to x="100000" y="100000"/>
                                    </p:animScale>
                                    <p:animScale>
                                      <p:cBhvr>
                                        <p:cTn id="15" dur="16">
                                          <p:stCondLst>
                                            <p:cond delay="820"/>
                                          </p:stCondLst>
                                        </p:cTn>
                                        <p:tgtEl>
                                          <p:spTgt spid="210"/>
                                        </p:tgtEl>
                                      </p:cBhvr>
                                      <p:to x="100000" y="80000"/>
                                    </p:animScale>
                                    <p:animScale>
                                      <p:cBhvr>
                                        <p:cTn id="16" dur="104" decel="50000">
                                          <p:stCondLst>
                                            <p:cond delay="836"/>
                                          </p:stCondLst>
                                        </p:cTn>
                                        <p:tgtEl>
                                          <p:spTgt spid="210"/>
                                        </p:tgtEl>
                                      </p:cBhvr>
                                      <p:to x="100000" y="100000"/>
                                    </p:animScale>
                                    <p:animScale>
                                      <p:cBhvr>
                                        <p:cTn id="17" dur="16">
                                          <p:stCondLst>
                                            <p:cond delay="1026"/>
                                          </p:stCondLst>
                                        </p:cTn>
                                        <p:tgtEl>
                                          <p:spTgt spid="210"/>
                                        </p:tgtEl>
                                      </p:cBhvr>
                                      <p:to x="100000" y="90000"/>
                                    </p:animScale>
                                    <p:animScale>
                                      <p:cBhvr>
                                        <p:cTn id="18" dur="104" decel="50000">
                                          <p:stCondLst>
                                            <p:cond delay="1042"/>
                                          </p:stCondLst>
                                        </p:cTn>
                                        <p:tgtEl>
                                          <p:spTgt spid="210"/>
                                        </p:tgtEl>
                                      </p:cBhvr>
                                      <p:to x="100000" y="100000"/>
                                    </p:animScale>
                                    <p:animScale>
                                      <p:cBhvr>
                                        <p:cTn id="19" dur="16">
                                          <p:stCondLst>
                                            <p:cond delay="1130"/>
                                          </p:stCondLst>
                                        </p:cTn>
                                        <p:tgtEl>
                                          <p:spTgt spid="210"/>
                                        </p:tgtEl>
                                      </p:cBhvr>
                                      <p:to x="100000" y="95000"/>
                                    </p:animScale>
                                    <p:animScale>
                                      <p:cBhvr>
                                        <p:cTn id="20" dur="104" decel="50000">
                                          <p:stCondLst>
                                            <p:cond delay="1146"/>
                                          </p:stCondLst>
                                        </p:cTn>
                                        <p:tgtEl>
                                          <p:spTgt spid="210"/>
                                        </p:tgtEl>
                                      </p:cBhvr>
                                      <p:to x="100000" y="100000"/>
                                    </p:animScale>
                                  </p:childTnLst>
                                </p:cTn>
                              </p:par>
                              <p:par>
                                <p:cTn id="21" presetID="14" presetClass="entr" presetSubtype="10" fill="hold" grpId="0" nodeType="withEffect">
                                  <p:stCondLst>
                                    <p:cond delay="0"/>
                                  </p:stCondLst>
                                  <p:childTnLst>
                                    <p:set>
                                      <p:cBhvr>
                                        <p:cTn id="22" dur="1" fill="hold">
                                          <p:stCondLst>
                                            <p:cond delay="0"/>
                                          </p:stCondLst>
                                        </p:cTn>
                                        <p:tgtEl>
                                          <p:spTgt spid="214"/>
                                        </p:tgtEl>
                                        <p:attrNameLst>
                                          <p:attrName>style.visibility</p:attrName>
                                        </p:attrNameLst>
                                      </p:cBhvr>
                                      <p:to>
                                        <p:strVal val="visible"/>
                                      </p:to>
                                    </p:set>
                                    <p:animEffect transition="in" filter="randombar(horizontal)">
                                      <p:cBhvr>
                                        <p:cTn id="23" dur="1250"/>
                                        <p:tgtEl>
                                          <p:spTgt spid="214"/>
                                        </p:tgtEl>
                                      </p:cBhvr>
                                    </p:animEffect>
                                  </p:childTnLst>
                                </p:cTn>
                              </p:par>
                              <p:par>
                                <p:cTn id="24" presetID="26"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290">
                                          <p:stCondLst>
                                            <p:cond delay="0"/>
                                          </p:stCondLst>
                                        </p:cTn>
                                        <p:tgtEl>
                                          <p:spTgt spid="7"/>
                                        </p:tgtEl>
                                      </p:cBhvr>
                                    </p:animEffect>
                                    <p:anim calcmode="lin" valueType="num">
                                      <p:cBhvr>
                                        <p:cTn id="27" dur="911"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8" dur="332"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9" dur="332" tmFilter="0, 0; 0.125,0.2665; 0.25,0.4; 0.375,0.465; 0.5,0.5;  0.625,0.535; 0.75,0.6; 0.875,0.7335; 1,1">
                                          <p:stCondLst>
                                            <p:cond delay="332"/>
                                          </p:stCondLst>
                                        </p:cTn>
                                        <p:tgtEl>
                                          <p:spTgt spid="7"/>
                                        </p:tgtEl>
                                        <p:attrNameLst>
                                          <p:attrName>ppt_y</p:attrName>
                                        </p:attrNameLst>
                                      </p:cBhvr>
                                      <p:tavLst>
                                        <p:tav tm="0" fmla="#ppt_y-sin(pi*$)/9">
                                          <p:val>
                                            <p:fltVal val="0"/>
                                          </p:val>
                                        </p:tav>
                                        <p:tav tm="100000">
                                          <p:val>
                                            <p:fltVal val="1"/>
                                          </p:val>
                                        </p:tav>
                                      </p:tavLst>
                                    </p:anim>
                                    <p:anim calcmode="lin" valueType="num">
                                      <p:cBhvr>
                                        <p:cTn id="30" dur="166" tmFilter="0, 0; 0.125,0.2665; 0.25,0.4; 0.375,0.465; 0.5,0.5;  0.625,0.535; 0.75,0.6; 0.875,0.7335; 1,1">
                                          <p:stCondLst>
                                            <p:cond delay="662"/>
                                          </p:stCondLst>
                                        </p:cTn>
                                        <p:tgtEl>
                                          <p:spTgt spid="7"/>
                                        </p:tgtEl>
                                        <p:attrNameLst>
                                          <p:attrName>ppt_y</p:attrName>
                                        </p:attrNameLst>
                                      </p:cBhvr>
                                      <p:tavLst>
                                        <p:tav tm="0" fmla="#ppt_y-sin(pi*$)/27">
                                          <p:val>
                                            <p:fltVal val="0"/>
                                          </p:val>
                                        </p:tav>
                                        <p:tav tm="100000">
                                          <p:val>
                                            <p:fltVal val="1"/>
                                          </p:val>
                                        </p:tav>
                                      </p:tavLst>
                                    </p:anim>
                                    <p:anim calcmode="lin" valueType="num">
                                      <p:cBhvr>
                                        <p:cTn id="31" dur="82" tmFilter="0, 0; 0.125,0.2665; 0.25,0.4; 0.375,0.465; 0.5,0.5;  0.625,0.535; 0.75,0.6; 0.875,0.7335; 1,1">
                                          <p:stCondLst>
                                            <p:cond delay="828"/>
                                          </p:stCondLst>
                                        </p:cTn>
                                        <p:tgtEl>
                                          <p:spTgt spid="7"/>
                                        </p:tgtEl>
                                        <p:attrNameLst>
                                          <p:attrName>ppt_y</p:attrName>
                                        </p:attrNameLst>
                                      </p:cBhvr>
                                      <p:tavLst>
                                        <p:tav tm="0" fmla="#ppt_y-sin(pi*$)/81">
                                          <p:val>
                                            <p:fltVal val="0"/>
                                          </p:val>
                                        </p:tav>
                                        <p:tav tm="100000">
                                          <p:val>
                                            <p:fltVal val="1"/>
                                          </p:val>
                                        </p:tav>
                                      </p:tavLst>
                                    </p:anim>
                                    <p:animScale>
                                      <p:cBhvr>
                                        <p:cTn id="32" dur="13">
                                          <p:stCondLst>
                                            <p:cond delay="325"/>
                                          </p:stCondLst>
                                        </p:cTn>
                                        <p:tgtEl>
                                          <p:spTgt spid="7"/>
                                        </p:tgtEl>
                                      </p:cBhvr>
                                      <p:to x="100000" y="60000"/>
                                    </p:animScale>
                                    <p:animScale>
                                      <p:cBhvr>
                                        <p:cTn id="33" dur="83" decel="50000">
                                          <p:stCondLst>
                                            <p:cond delay="338"/>
                                          </p:stCondLst>
                                        </p:cTn>
                                        <p:tgtEl>
                                          <p:spTgt spid="7"/>
                                        </p:tgtEl>
                                      </p:cBhvr>
                                      <p:to x="100000" y="100000"/>
                                    </p:animScale>
                                    <p:animScale>
                                      <p:cBhvr>
                                        <p:cTn id="34" dur="13">
                                          <p:stCondLst>
                                            <p:cond delay="656"/>
                                          </p:stCondLst>
                                        </p:cTn>
                                        <p:tgtEl>
                                          <p:spTgt spid="7"/>
                                        </p:tgtEl>
                                      </p:cBhvr>
                                      <p:to x="100000" y="80000"/>
                                    </p:animScale>
                                    <p:animScale>
                                      <p:cBhvr>
                                        <p:cTn id="35" dur="83" decel="50000">
                                          <p:stCondLst>
                                            <p:cond delay="669"/>
                                          </p:stCondLst>
                                        </p:cTn>
                                        <p:tgtEl>
                                          <p:spTgt spid="7"/>
                                        </p:tgtEl>
                                      </p:cBhvr>
                                      <p:to x="100000" y="100000"/>
                                    </p:animScale>
                                    <p:animScale>
                                      <p:cBhvr>
                                        <p:cTn id="36" dur="13">
                                          <p:stCondLst>
                                            <p:cond delay="821"/>
                                          </p:stCondLst>
                                        </p:cTn>
                                        <p:tgtEl>
                                          <p:spTgt spid="7"/>
                                        </p:tgtEl>
                                      </p:cBhvr>
                                      <p:to x="100000" y="90000"/>
                                    </p:animScale>
                                    <p:animScale>
                                      <p:cBhvr>
                                        <p:cTn id="37" dur="83" decel="50000">
                                          <p:stCondLst>
                                            <p:cond delay="834"/>
                                          </p:stCondLst>
                                        </p:cTn>
                                        <p:tgtEl>
                                          <p:spTgt spid="7"/>
                                        </p:tgtEl>
                                      </p:cBhvr>
                                      <p:to x="100000" y="100000"/>
                                    </p:animScale>
                                    <p:animScale>
                                      <p:cBhvr>
                                        <p:cTn id="38" dur="13">
                                          <p:stCondLst>
                                            <p:cond delay="904"/>
                                          </p:stCondLst>
                                        </p:cTn>
                                        <p:tgtEl>
                                          <p:spTgt spid="7"/>
                                        </p:tgtEl>
                                      </p:cBhvr>
                                      <p:to x="100000" y="95000"/>
                                    </p:animScale>
                                    <p:animScale>
                                      <p:cBhvr>
                                        <p:cTn id="39" dur="83" decel="50000">
                                          <p:stCondLst>
                                            <p:cond delay="917"/>
                                          </p:stCondLst>
                                        </p:cTn>
                                        <p:tgtEl>
                                          <p:spTgt spid="7"/>
                                        </p:tgtEl>
                                      </p:cBhvr>
                                      <p:to x="100000" y="100000"/>
                                    </p:animScale>
                                  </p:childTnLst>
                                </p:cTn>
                              </p:par>
                              <p:par>
                                <p:cTn id="40" presetID="31"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 calcmode="lin" valueType="num">
                                      <p:cBhvr>
                                        <p:cTn id="44" dur="500" fill="hold"/>
                                        <p:tgtEl>
                                          <p:spTgt spid="8"/>
                                        </p:tgtEl>
                                        <p:attrNameLst>
                                          <p:attrName>style.rotation</p:attrName>
                                        </p:attrNameLst>
                                      </p:cBhvr>
                                      <p:tavLst>
                                        <p:tav tm="0">
                                          <p:val>
                                            <p:fltVal val="90"/>
                                          </p:val>
                                        </p:tav>
                                        <p:tav tm="100000">
                                          <p:val>
                                            <p:fltVal val="0"/>
                                          </p:val>
                                        </p:tav>
                                      </p:tavLst>
                                    </p:anim>
                                    <p:animEffect transition="in" filter="fade">
                                      <p:cBhvr>
                                        <p:cTn id="4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p:bldP spid="214" grpId="0"/>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34"/>
          <p:cNvSpPr txBox="1">
            <a:spLocks noGrp="1"/>
          </p:cNvSpPr>
          <p:nvPr>
            <p:ph type="subTitle" idx="1"/>
          </p:nvPr>
        </p:nvSpPr>
        <p:spPr>
          <a:xfrm>
            <a:off x="1268917" y="326378"/>
            <a:ext cx="5853001" cy="95626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Tổng quan về </a:t>
            </a:r>
          </a:p>
          <a:p>
            <a:pPr marL="0" lvl="0" indent="0" algn="r" rtl="0">
              <a:spcBef>
                <a:spcPts val="0"/>
              </a:spcBef>
              <a:spcAft>
                <a:spcPts val="0"/>
              </a:spcAft>
              <a:buNone/>
            </a:pPr>
            <a:r>
              <a:rPr lang="vi-VN" dirty="0" smtClean="0"/>
              <a:t>Đảm bảo chất lượng phần mềm</a:t>
            </a:r>
            <a:endParaRPr dirty="0"/>
          </a:p>
        </p:txBody>
      </p:sp>
      <p:sp>
        <p:nvSpPr>
          <p:cNvPr id="22" name="Google Shape;318;p37"/>
          <p:cNvSpPr/>
          <p:nvPr/>
        </p:nvSpPr>
        <p:spPr>
          <a:xfrm>
            <a:off x="7121918" y="548167"/>
            <a:ext cx="578112" cy="572717"/>
          </a:xfrm>
          <a:custGeom>
            <a:avLst/>
            <a:gdLst/>
            <a:ahLst/>
            <a:cxnLst/>
            <a:rect l="l" t="t" r="r" b="b"/>
            <a:pathLst>
              <a:path w="29253" h="28980" extrusionOk="0">
                <a:moveTo>
                  <a:pt x="14143" y="2700"/>
                </a:moveTo>
                <a:lnTo>
                  <a:pt x="14143" y="2701"/>
                </a:lnTo>
                <a:cubicBezTo>
                  <a:pt x="14382" y="2879"/>
                  <a:pt x="14610" y="3071"/>
                  <a:pt x="14826" y="3275"/>
                </a:cubicBezTo>
                <a:cubicBezTo>
                  <a:pt x="16631" y="4989"/>
                  <a:pt x="17613" y="7527"/>
                  <a:pt x="17512" y="9952"/>
                </a:cubicBezTo>
                <a:cubicBezTo>
                  <a:pt x="16350" y="9553"/>
                  <a:pt x="15139" y="9334"/>
                  <a:pt x="13946" y="9334"/>
                </a:cubicBezTo>
                <a:cubicBezTo>
                  <a:pt x="13767" y="9334"/>
                  <a:pt x="13588" y="9339"/>
                  <a:pt x="13409" y="9349"/>
                </a:cubicBezTo>
                <a:cubicBezTo>
                  <a:pt x="12636" y="9391"/>
                  <a:pt x="11849" y="9550"/>
                  <a:pt x="11078" y="9803"/>
                </a:cubicBezTo>
                <a:cubicBezTo>
                  <a:pt x="11026" y="7418"/>
                  <a:pt x="12076" y="4911"/>
                  <a:pt x="13651" y="3031"/>
                </a:cubicBezTo>
                <a:cubicBezTo>
                  <a:pt x="13812" y="2912"/>
                  <a:pt x="13976" y="2804"/>
                  <a:pt x="14143" y="2700"/>
                </a:cubicBezTo>
                <a:close/>
                <a:moveTo>
                  <a:pt x="13886" y="10716"/>
                </a:moveTo>
                <a:cubicBezTo>
                  <a:pt x="14821" y="10716"/>
                  <a:pt x="15765" y="10856"/>
                  <a:pt x="16686" y="11136"/>
                </a:cubicBezTo>
                <a:cubicBezTo>
                  <a:pt x="16903" y="11202"/>
                  <a:pt x="17115" y="11275"/>
                  <a:pt x="17324" y="11354"/>
                </a:cubicBezTo>
                <a:cubicBezTo>
                  <a:pt x="16955" y="12973"/>
                  <a:pt x="16048" y="14448"/>
                  <a:pt x="14512" y="15473"/>
                </a:cubicBezTo>
                <a:cubicBezTo>
                  <a:pt x="14486" y="15490"/>
                  <a:pt x="14459" y="15506"/>
                  <a:pt x="14432" y="15523"/>
                </a:cubicBezTo>
                <a:cubicBezTo>
                  <a:pt x="13538" y="14957"/>
                  <a:pt x="12753" y="14234"/>
                  <a:pt x="12162" y="13355"/>
                </a:cubicBezTo>
                <a:cubicBezTo>
                  <a:pt x="11692" y="12657"/>
                  <a:pt x="11390" y="11899"/>
                  <a:pt x="11225" y="11110"/>
                </a:cubicBezTo>
                <a:cubicBezTo>
                  <a:pt x="12088" y="10847"/>
                  <a:pt x="12983" y="10716"/>
                  <a:pt x="13886" y="10716"/>
                </a:cubicBezTo>
                <a:close/>
                <a:moveTo>
                  <a:pt x="18312" y="1537"/>
                </a:moveTo>
                <a:cubicBezTo>
                  <a:pt x="20093" y="1537"/>
                  <a:pt x="21942" y="2089"/>
                  <a:pt x="23631" y="3166"/>
                </a:cubicBezTo>
                <a:cubicBezTo>
                  <a:pt x="27706" y="5766"/>
                  <a:pt x="28613" y="11589"/>
                  <a:pt x="24959" y="14979"/>
                </a:cubicBezTo>
                <a:cubicBezTo>
                  <a:pt x="24699" y="15219"/>
                  <a:pt x="24420" y="15438"/>
                  <a:pt x="24127" y="15635"/>
                </a:cubicBezTo>
                <a:cubicBezTo>
                  <a:pt x="23065" y="13370"/>
                  <a:pt x="21068" y="11550"/>
                  <a:pt x="18752" y="10457"/>
                </a:cubicBezTo>
                <a:cubicBezTo>
                  <a:pt x="19023" y="7350"/>
                  <a:pt x="17700" y="4138"/>
                  <a:pt x="15330" y="2098"/>
                </a:cubicBezTo>
                <a:cubicBezTo>
                  <a:pt x="16271" y="1722"/>
                  <a:pt x="17280" y="1537"/>
                  <a:pt x="18312" y="1537"/>
                </a:cubicBezTo>
                <a:close/>
                <a:moveTo>
                  <a:pt x="9622" y="1191"/>
                </a:moveTo>
                <a:cubicBezTo>
                  <a:pt x="10716" y="1191"/>
                  <a:pt x="11799" y="1430"/>
                  <a:pt x="12794" y="1893"/>
                </a:cubicBezTo>
                <a:cubicBezTo>
                  <a:pt x="11658" y="2800"/>
                  <a:pt x="10851" y="4091"/>
                  <a:pt x="10636" y="5807"/>
                </a:cubicBezTo>
                <a:cubicBezTo>
                  <a:pt x="10620" y="5931"/>
                  <a:pt x="10693" y="6020"/>
                  <a:pt x="10792" y="6065"/>
                </a:cubicBezTo>
                <a:cubicBezTo>
                  <a:pt x="10315" y="7423"/>
                  <a:pt x="10088" y="8858"/>
                  <a:pt x="10132" y="10167"/>
                </a:cubicBezTo>
                <a:cubicBezTo>
                  <a:pt x="7489" y="11328"/>
                  <a:pt x="5198" y="13597"/>
                  <a:pt x="4538" y="16234"/>
                </a:cubicBezTo>
                <a:lnTo>
                  <a:pt x="4538" y="16235"/>
                </a:lnTo>
                <a:cubicBezTo>
                  <a:pt x="3803" y="15782"/>
                  <a:pt x="3172" y="15179"/>
                  <a:pt x="2686" y="14467"/>
                </a:cubicBezTo>
                <a:cubicBezTo>
                  <a:pt x="535" y="11329"/>
                  <a:pt x="1003" y="6440"/>
                  <a:pt x="3533" y="3553"/>
                </a:cubicBezTo>
                <a:cubicBezTo>
                  <a:pt x="3546" y="3555"/>
                  <a:pt x="3559" y="3556"/>
                  <a:pt x="3573" y="3556"/>
                </a:cubicBezTo>
                <a:cubicBezTo>
                  <a:pt x="3623" y="3556"/>
                  <a:pt x="3673" y="3543"/>
                  <a:pt x="3717" y="3516"/>
                </a:cubicBezTo>
                <a:cubicBezTo>
                  <a:pt x="5532" y="2476"/>
                  <a:pt x="6944" y="1344"/>
                  <a:pt x="9136" y="1207"/>
                </a:cubicBezTo>
                <a:cubicBezTo>
                  <a:pt x="9298" y="1196"/>
                  <a:pt x="9460" y="1191"/>
                  <a:pt x="9622" y="1191"/>
                </a:cubicBezTo>
                <a:close/>
                <a:moveTo>
                  <a:pt x="18507" y="11885"/>
                </a:moveTo>
                <a:cubicBezTo>
                  <a:pt x="20445" y="12900"/>
                  <a:pt x="21976" y="14481"/>
                  <a:pt x="22813" y="16335"/>
                </a:cubicBezTo>
                <a:cubicBezTo>
                  <a:pt x="21780" y="16759"/>
                  <a:pt x="20647" y="16964"/>
                  <a:pt x="19504" y="16964"/>
                </a:cubicBezTo>
                <a:cubicBezTo>
                  <a:pt x="18187" y="16964"/>
                  <a:pt x="16856" y="16692"/>
                  <a:pt x="15649" y="16169"/>
                </a:cubicBezTo>
                <a:cubicBezTo>
                  <a:pt x="16800" y="15293"/>
                  <a:pt x="17727" y="14157"/>
                  <a:pt x="18254" y="12714"/>
                </a:cubicBezTo>
                <a:lnTo>
                  <a:pt x="18254" y="12715"/>
                </a:lnTo>
                <a:cubicBezTo>
                  <a:pt x="18352" y="12443"/>
                  <a:pt x="18438" y="12166"/>
                  <a:pt x="18507" y="11885"/>
                </a:cubicBezTo>
                <a:close/>
                <a:moveTo>
                  <a:pt x="10357" y="11801"/>
                </a:moveTo>
                <a:cubicBezTo>
                  <a:pt x="10814" y="13567"/>
                  <a:pt x="11948" y="15027"/>
                  <a:pt x="13414" y="16108"/>
                </a:cubicBezTo>
                <a:lnTo>
                  <a:pt x="13414" y="16109"/>
                </a:lnTo>
                <a:cubicBezTo>
                  <a:pt x="11937" y="16849"/>
                  <a:pt x="10221" y="17287"/>
                  <a:pt x="8552" y="17287"/>
                </a:cubicBezTo>
                <a:cubicBezTo>
                  <a:pt x="7559" y="17287"/>
                  <a:pt x="6583" y="17132"/>
                  <a:pt x="5684" y="16794"/>
                </a:cubicBezTo>
                <a:cubicBezTo>
                  <a:pt x="6276" y="14376"/>
                  <a:pt x="8033" y="12813"/>
                  <a:pt x="10357" y="11801"/>
                </a:cubicBezTo>
                <a:close/>
                <a:moveTo>
                  <a:pt x="14597" y="16860"/>
                </a:moveTo>
                <a:cubicBezTo>
                  <a:pt x="16211" y="17742"/>
                  <a:pt x="18071" y="18226"/>
                  <a:pt x="19836" y="18239"/>
                </a:cubicBezTo>
                <a:cubicBezTo>
                  <a:pt x="19855" y="18239"/>
                  <a:pt x="19875" y="18239"/>
                  <a:pt x="19894" y="18239"/>
                </a:cubicBezTo>
                <a:cubicBezTo>
                  <a:pt x="21057" y="18239"/>
                  <a:pt x="22193" y="17983"/>
                  <a:pt x="23243" y="17533"/>
                </a:cubicBezTo>
                <a:lnTo>
                  <a:pt x="23243" y="17533"/>
                </a:lnTo>
                <a:cubicBezTo>
                  <a:pt x="23754" y="19405"/>
                  <a:pt x="23580" y="21466"/>
                  <a:pt x="22464" y="23460"/>
                </a:cubicBezTo>
                <a:cubicBezTo>
                  <a:pt x="20882" y="26284"/>
                  <a:pt x="18005" y="27654"/>
                  <a:pt x="15044" y="27654"/>
                </a:cubicBezTo>
                <a:cubicBezTo>
                  <a:pt x="13094" y="27654"/>
                  <a:pt x="11108" y="27060"/>
                  <a:pt x="9432" y="25894"/>
                </a:cubicBezTo>
                <a:cubicBezTo>
                  <a:pt x="7730" y="24710"/>
                  <a:pt x="6408" y="22914"/>
                  <a:pt x="5813" y="20917"/>
                </a:cubicBezTo>
                <a:cubicBezTo>
                  <a:pt x="5908" y="20794"/>
                  <a:pt x="5926" y="20630"/>
                  <a:pt x="5860" y="20490"/>
                </a:cubicBezTo>
                <a:lnTo>
                  <a:pt x="5860" y="20490"/>
                </a:lnTo>
                <a:lnTo>
                  <a:pt x="5861" y="20491"/>
                </a:lnTo>
                <a:cubicBezTo>
                  <a:pt x="5707" y="20141"/>
                  <a:pt x="5589" y="19777"/>
                  <a:pt x="5511" y="19402"/>
                </a:cubicBezTo>
                <a:cubicBezTo>
                  <a:pt x="5467" y="18994"/>
                  <a:pt x="5455" y="18582"/>
                  <a:pt x="5478" y="18171"/>
                </a:cubicBezTo>
                <a:cubicBezTo>
                  <a:pt x="5480" y="18134"/>
                  <a:pt x="5485" y="18100"/>
                  <a:pt x="5488" y="18063"/>
                </a:cubicBezTo>
                <a:cubicBezTo>
                  <a:pt x="6301" y="18358"/>
                  <a:pt x="7183" y="18520"/>
                  <a:pt x="8115" y="18520"/>
                </a:cubicBezTo>
                <a:cubicBezTo>
                  <a:pt x="8208" y="18520"/>
                  <a:pt x="8302" y="18518"/>
                  <a:pt x="8396" y="18515"/>
                </a:cubicBezTo>
                <a:cubicBezTo>
                  <a:pt x="10491" y="18442"/>
                  <a:pt x="12735" y="17924"/>
                  <a:pt x="14597" y="16860"/>
                </a:cubicBezTo>
                <a:close/>
                <a:moveTo>
                  <a:pt x="9193" y="1"/>
                </a:moveTo>
                <a:cubicBezTo>
                  <a:pt x="6999" y="1"/>
                  <a:pt x="4863" y="714"/>
                  <a:pt x="3713" y="2437"/>
                </a:cubicBezTo>
                <a:cubicBezTo>
                  <a:pt x="1187" y="4294"/>
                  <a:pt x="0" y="7949"/>
                  <a:pt x="275" y="10991"/>
                </a:cubicBezTo>
                <a:cubicBezTo>
                  <a:pt x="530" y="13822"/>
                  <a:pt x="2073" y="16256"/>
                  <a:pt x="4353" y="17543"/>
                </a:cubicBezTo>
                <a:cubicBezTo>
                  <a:pt x="4334" y="18048"/>
                  <a:pt x="4379" y="18553"/>
                  <a:pt x="4485" y="19048"/>
                </a:cubicBezTo>
                <a:cubicBezTo>
                  <a:pt x="4501" y="20156"/>
                  <a:pt x="4704" y="21244"/>
                  <a:pt x="5099" y="22206"/>
                </a:cubicBezTo>
                <a:cubicBezTo>
                  <a:pt x="6782" y="26306"/>
                  <a:pt x="10993" y="28980"/>
                  <a:pt x="15346" y="28980"/>
                </a:cubicBezTo>
                <a:cubicBezTo>
                  <a:pt x="16130" y="28980"/>
                  <a:pt x="16918" y="28893"/>
                  <a:pt x="17698" y="28712"/>
                </a:cubicBezTo>
                <a:cubicBezTo>
                  <a:pt x="22311" y="27642"/>
                  <a:pt x="25477" y="22829"/>
                  <a:pt x="24876" y="18171"/>
                </a:cubicBezTo>
                <a:cubicBezTo>
                  <a:pt x="24815" y="17713"/>
                  <a:pt x="24717" y="17260"/>
                  <a:pt x="24582" y="16818"/>
                </a:cubicBezTo>
                <a:cubicBezTo>
                  <a:pt x="26550" y="15547"/>
                  <a:pt x="28024" y="13524"/>
                  <a:pt x="28441" y="11154"/>
                </a:cubicBezTo>
                <a:cubicBezTo>
                  <a:pt x="29253" y="6545"/>
                  <a:pt x="26353" y="2608"/>
                  <a:pt x="22191" y="938"/>
                </a:cubicBezTo>
                <a:cubicBezTo>
                  <a:pt x="20987" y="455"/>
                  <a:pt x="19607" y="199"/>
                  <a:pt x="18228" y="199"/>
                </a:cubicBezTo>
                <a:cubicBezTo>
                  <a:pt x="16729" y="199"/>
                  <a:pt x="15231" y="502"/>
                  <a:pt x="13964" y="1145"/>
                </a:cubicBezTo>
                <a:cubicBezTo>
                  <a:pt x="12626" y="428"/>
                  <a:pt x="10892" y="1"/>
                  <a:pt x="91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itle 3"/>
          <p:cNvSpPr>
            <a:spLocks noGrp="1"/>
          </p:cNvSpPr>
          <p:nvPr>
            <p:ph type="title"/>
          </p:nvPr>
        </p:nvSpPr>
        <p:spPr>
          <a:xfrm>
            <a:off x="1353879" y="1431851"/>
            <a:ext cx="3374065" cy="3182679"/>
          </a:xfrm>
        </p:spPr>
        <p:txBody>
          <a:bodyPr/>
          <a:lstStyle/>
          <a:p>
            <a:r>
              <a:rPr lang="vi-VN" sz="1400" dirty="0" smtClean="0"/>
              <a:t>Theo IEEE, </a:t>
            </a:r>
            <a:r>
              <a:rPr lang="vi-VN" sz="1400" dirty="0"/>
              <a:t>c</a:t>
            </a:r>
            <a:r>
              <a:rPr lang="en-US" sz="1400" dirty="0" err="1" smtClean="0"/>
              <a:t>hất</a:t>
            </a:r>
            <a:r>
              <a:rPr lang="en-US" sz="1400" dirty="0" smtClean="0"/>
              <a:t> </a:t>
            </a:r>
            <a:r>
              <a:rPr lang="en-US" sz="1400" dirty="0" err="1"/>
              <a:t>lượng</a:t>
            </a:r>
            <a:r>
              <a:rPr lang="en-US" sz="1400" dirty="0"/>
              <a:t> </a:t>
            </a:r>
            <a:r>
              <a:rPr lang="en-US" sz="1400" dirty="0" err="1"/>
              <a:t>phần</a:t>
            </a:r>
            <a:r>
              <a:rPr lang="en-US" sz="1400" dirty="0"/>
              <a:t> </a:t>
            </a:r>
            <a:r>
              <a:rPr lang="en-US" sz="1400" dirty="0" err="1"/>
              <a:t>mềm</a:t>
            </a:r>
            <a:r>
              <a:rPr lang="en-US" sz="1400" dirty="0"/>
              <a:t> </a:t>
            </a:r>
            <a:r>
              <a:rPr lang="en-US" sz="1400" dirty="0" err="1" smtClean="0"/>
              <a:t>là</a:t>
            </a:r>
            <a:r>
              <a:rPr lang="en-US" sz="1400" dirty="0" smtClean="0"/>
              <a:t>: </a:t>
            </a:r>
            <a:r>
              <a:rPr lang="en-US" sz="1400" dirty="0"/>
              <a:t/>
            </a:r>
            <a:br>
              <a:rPr lang="en-US" sz="1400" dirty="0"/>
            </a:br>
            <a:r>
              <a:rPr lang="vi-VN" sz="1400" dirty="0" smtClean="0"/>
              <a:t>- </a:t>
            </a:r>
            <a:r>
              <a:rPr lang="en-US" sz="1400" dirty="0" err="1" smtClean="0"/>
              <a:t>Mức</a:t>
            </a:r>
            <a:r>
              <a:rPr lang="en-US" sz="1400" dirty="0" smtClean="0"/>
              <a:t> </a:t>
            </a:r>
            <a:r>
              <a:rPr lang="en-US" sz="1400" dirty="0" err="1"/>
              <a:t>độ</a:t>
            </a:r>
            <a:r>
              <a:rPr lang="en-US" sz="1400" dirty="0"/>
              <a:t> </a:t>
            </a:r>
            <a:r>
              <a:rPr lang="en-US" sz="1400" dirty="0" err="1"/>
              <a:t>mà</a:t>
            </a:r>
            <a:r>
              <a:rPr lang="en-US" sz="1400" dirty="0"/>
              <a:t> </a:t>
            </a:r>
            <a:r>
              <a:rPr lang="en-US" sz="1400" dirty="0" err="1"/>
              <a:t>một</a:t>
            </a:r>
            <a:r>
              <a:rPr lang="en-US" sz="1400" dirty="0"/>
              <a:t> </a:t>
            </a:r>
            <a:r>
              <a:rPr lang="en-US" sz="1400" dirty="0" err="1"/>
              <a:t>hệ</a:t>
            </a:r>
            <a:r>
              <a:rPr lang="en-US" sz="1400" dirty="0"/>
              <a:t> </a:t>
            </a:r>
            <a:r>
              <a:rPr lang="en-US" sz="1400" dirty="0" err="1" smtClean="0"/>
              <a:t>thống,thành</a:t>
            </a:r>
            <a:r>
              <a:rPr lang="en-US" sz="1400" dirty="0" smtClean="0"/>
              <a:t> </a:t>
            </a:r>
            <a:r>
              <a:rPr lang="en-US" sz="1400" dirty="0" err="1"/>
              <a:t>phần</a:t>
            </a:r>
            <a:r>
              <a:rPr lang="en-US" sz="1400" dirty="0"/>
              <a:t> </a:t>
            </a:r>
            <a:r>
              <a:rPr lang="en-US" sz="1400" dirty="0" err="1"/>
              <a:t>hoặc</a:t>
            </a:r>
            <a:r>
              <a:rPr lang="en-US" sz="1400" dirty="0"/>
              <a:t> </a:t>
            </a:r>
            <a:r>
              <a:rPr lang="en-US" sz="1400" dirty="0" err="1"/>
              <a:t>một</a:t>
            </a:r>
            <a:r>
              <a:rPr lang="en-US" sz="1400" dirty="0"/>
              <a:t> </a:t>
            </a:r>
            <a:r>
              <a:rPr lang="en-US" sz="1400" dirty="0" err="1"/>
              <a:t>tiến</a:t>
            </a:r>
            <a:r>
              <a:rPr lang="en-US" sz="1400" dirty="0"/>
              <a:t> </a:t>
            </a:r>
            <a:r>
              <a:rPr lang="en-US" sz="1400" dirty="0" err="1"/>
              <a:t>trình</a:t>
            </a:r>
            <a:r>
              <a:rPr lang="en-US" sz="1400" dirty="0"/>
              <a:t> </a:t>
            </a:r>
            <a:r>
              <a:rPr lang="en-US" sz="1400" dirty="0" err="1"/>
              <a:t>đạt</a:t>
            </a:r>
            <a:r>
              <a:rPr lang="en-US" sz="1400" dirty="0"/>
              <a:t> </a:t>
            </a:r>
            <a:r>
              <a:rPr lang="en-US" sz="1400" dirty="0" err="1"/>
              <a:t>được</a:t>
            </a:r>
            <a:r>
              <a:rPr lang="en-US" sz="1400" dirty="0"/>
              <a:t> </a:t>
            </a:r>
            <a:r>
              <a:rPr lang="en-US" sz="1400" dirty="0" err="1"/>
              <a:t>yêu</a:t>
            </a:r>
            <a:r>
              <a:rPr lang="en-US" sz="1400" dirty="0"/>
              <a:t> </a:t>
            </a:r>
            <a:r>
              <a:rPr lang="en-US" sz="1400" dirty="0" err="1"/>
              <a:t>cầu</a:t>
            </a:r>
            <a:r>
              <a:rPr lang="en-US" sz="1400" dirty="0"/>
              <a:t> </a:t>
            </a:r>
            <a:r>
              <a:rPr lang="en-US" sz="1400" dirty="0" err="1"/>
              <a:t>đã</a:t>
            </a:r>
            <a:r>
              <a:rPr lang="en-US" sz="1400" dirty="0"/>
              <a:t> </a:t>
            </a:r>
            <a:r>
              <a:rPr lang="en-US" sz="1400" dirty="0" err="1"/>
              <a:t>đặc</a:t>
            </a:r>
            <a:r>
              <a:rPr lang="en-US" sz="1400" dirty="0"/>
              <a:t> </a:t>
            </a:r>
            <a:r>
              <a:rPr lang="en-US" sz="1400" dirty="0" err="1"/>
              <a:t>tả</a:t>
            </a:r>
            <a:r>
              <a:rPr lang="en-US" sz="1400" dirty="0"/>
              <a:t>.</a:t>
            </a:r>
            <a:br>
              <a:rPr lang="en-US" sz="1400" dirty="0"/>
            </a:br>
            <a:r>
              <a:rPr lang="vi-VN" sz="1400" dirty="0" smtClean="0"/>
              <a:t>- </a:t>
            </a:r>
            <a:r>
              <a:rPr lang="en-US" sz="1400" dirty="0" err="1" smtClean="0"/>
              <a:t>Mức</a:t>
            </a:r>
            <a:r>
              <a:rPr lang="en-US" sz="1400" dirty="0" smtClean="0"/>
              <a:t> </a:t>
            </a:r>
            <a:r>
              <a:rPr lang="en-US" sz="1400" dirty="0" err="1"/>
              <a:t>độ</a:t>
            </a:r>
            <a:r>
              <a:rPr lang="en-US" sz="1400" dirty="0"/>
              <a:t> </a:t>
            </a:r>
            <a:r>
              <a:rPr lang="en-US" sz="1400" dirty="0" err="1"/>
              <a:t>mà</a:t>
            </a:r>
            <a:r>
              <a:rPr lang="en-US" sz="1400" dirty="0"/>
              <a:t> </a:t>
            </a:r>
            <a:r>
              <a:rPr lang="en-US" sz="1400" dirty="0" err="1"/>
              <a:t>một</a:t>
            </a:r>
            <a:r>
              <a:rPr lang="en-US" sz="1400" dirty="0"/>
              <a:t> </a:t>
            </a:r>
            <a:r>
              <a:rPr lang="en-US" sz="1400" dirty="0" err="1"/>
              <a:t>hệ</a:t>
            </a:r>
            <a:r>
              <a:rPr lang="en-US" sz="1400" dirty="0"/>
              <a:t> </a:t>
            </a:r>
            <a:r>
              <a:rPr lang="en-US" sz="1400" dirty="0" err="1" smtClean="0"/>
              <a:t>thống,thành</a:t>
            </a:r>
            <a:r>
              <a:rPr lang="en-US" sz="1400" dirty="0" smtClean="0"/>
              <a:t> </a:t>
            </a:r>
            <a:r>
              <a:rPr lang="en-US" sz="1400" dirty="0" err="1"/>
              <a:t>phần</a:t>
            </a:r>
            <a:r>
              <a:rPr lang="en-US" sz="1400" dirty="0"/>
              <a:t> </a:t>
            </a:r>
            <a:r>
              <a:rPr lang="en-US" sz="1400" dirty="0" err="1"/>
              <a:t>hoặc</a:t>
            </a:r>
            <a:r>
              <a:rPr lang="en-US" sz="1400" dirty="0"/>
              <a:t> </a:t>
            </a:r>
            <a:r>
              <a:rPr lang="en-US" sz="1400" dirty="0" err="1"/>
              <a:t>một</a:t>
            </a:r>
            <a:r>
              <a:rPr lang="en-US" sz="1400" dirty="0"/>
              <a:t> </a:t>
            </a:r>
            <a:r>
              <a:rPr lang="en-US" sz="1400" dirty="0" err="1"/>
              <a:t>tiến</a:t>
            </a:r>
            <a:r>
              <a:rPr lang="en-US" sz="1400" dirty="0"/>
              <a:t> </a:t>
            </a:r>
            <a:r>
              <a:rPr lang="en-US" sz="1400" dirty="0" err="1"/>
              <a:t>trình</a:t>
            </a:r>
            <a:r>
              <a:rPr lang="en-US" sz="1400" dirty="0"/>
              <a:t> </a:t>
            </a:r>
            <a:r>
              <a:rPr lang="en-US" sz="1400" dirty="0" err="1"/>
              <a:t>đạt</a:t>
            </a:r>
            <a:r>
              <a:rPr lang="en-US" sz="1400" dirty="0"/>
              <a:t> </a:t>
            </a:r>
            <a:r>
              <a:rPr lang="en-US" sz="1400" dirty="0" err="1"/>
              <a:t>được</a:t>
            </a:r>
            <a:r>
              <a:rPr lang="en-US" sz="1400" dirty="0"/>
              <a:t> </a:t>
            </a:r>
            <a:r>
              <a:rPr lang="en-US" sz="1400" dirty="0" err="1"/>
              <a:t>những</a:t>
            </a:r>
            <a:r>
              <a:rPr lang="en-US" sz="1400" dirty="0"/>
              <a:t> </a:t>
            </a:r>
            <a:r>
              <a:rPr lang="en-US" sz="1400" dirty="0" err="1"/>
              <a:t>nhu</a:t>
            </a:r>
            <a:r>
              <a:rPr lang="en-US" sz="1400" dirty="0"/>
              <a:t> </a:t>
            </a:r>
            <a:r>
              <a:rPr lang="en-US" sz="1400" dirty="0" err="1"/>
              <a:t>cầu</a:t>
            </a:r>
            <a:r>
              <a:rPr lang="en-US" sz="1400" dirty="0"/>
              <a:t> hay </a:t>
            </a:r>
            <a:r>
              <a:rPr lang="en-US" sz="1400" dirty="0" err="1"/>
              <a:t>mong</a:t>
            </a:r>
            <a:r>
              <a:rPr lang="en-US" sz="1400" dirty="0"/>
              <a:t> </a:t>
            </a:r>
            <a:r>
              <a:rPr lang="en-US" sz="1400" dirty="0" err="1"/>
              <a:t>đợi</a:t>
            </a:r>
            <a:r>
              <a:rPr lang="en-US" sz="1400" dirty="0"/>
              <a:t> </a:t>
            </a:r>
            <a:r>
              <a:rPr lang="en-US" sz="1400" dirty="0" err="1"/>
              <a:t>của</a:t>
            </a:r>
            <a:r>
              <a:rPr lang="en-US" sz="1400" dirty="0"/>
              <a:t> </a:t>
            </a:r>
            <a:r>
              <a:rPr lang="en-US" sz="1400" dirty="0" err="1"/>
              <a:t>khách</a:t>
            </a:r>
            <a:r>
              <a:rPr lang="en-US" sz="1400" dirty="0"/>
              <a:t> </a:t>
            </a:r>
            <a:r>
              <a:rPr lang="en-US" sz="1400" dirty="0" err="1"/>
              <a:t>hàng</a:t>
            </a:r>
            <a:r>
              <a:rPr lang="en-US" sz="1400" dirty="0"/>
              <a:t> </a:t>
            </a:r>
            <a:r>
              <a:rPr lang="en-US" sz="1400" dirty="0" err="1" smtClean="0"/>
              <a:t>hoặc</a:t>
            </a:r>
            <a:r>
              <a:rPr lang="vi-VN" sz="1400" dirty="0" smtClean="0"/>
              <a:t> người sử dụng.</a:t>
            </a:r>
            <a:r>
              <a:rPr lang="en-US" dirty="0"/>
              <a:t/>
            </a:r>
            <a:br>
              <a:rPr lang="en-US" dirty="0"/>
            </a:br>
            <a:endParaRPr lang="en-US" dirty="0"/>
          </a:p>
        </p:txBody>
      </p:sp>
      <p:sp>
        <p:nvSpPr>
          <p:cNvPr id="26" name="Title 3"/>
          <p:cNvSpPr txBox="1">
            <a:spLocks/>
          </p:cNvSpPr>
          <p:nvPr/>
        </p:nvSpPr>
        <p:spPr>
          <a:xfrm>
            <a:off x="4944141" y="1431851"/>
            <a:ext cx="3356344" cy="31826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1600"/>
              <a:buFont typeface="Anonymous Pro"/>
              <a:buNone/>
              <a:defRPr sz="1600" b="0" i="0" u="none" strike="noStrike" cap="none">
                <a:solidFill>
                  <a:schemeClr val="dk2"/>
                </a:solidFill>
                <a:latin typeface="Roboto Mono Medium"/>
                <a:ea typeface="Roboto Mono Medium"/>
                <a:cs typeface="Roboto Mono Medium"/>
                <a:sym typeface="Roboto Mono Medium"/>
              </a:defRPr>
            </a:lvl1pPr>
            <a:lvl2pPr marR="0" lvl="1" algn="l" rtl="0">
              <a:lnSpc>
                <a:spcPct val="100000"/>
              </a:lnSpc>
              <a:spcBef>
                <a:spcPts val="0"/>
              </a:spcBef>
              <a:spcAft>
                <a:spcPts val="0"/>
              </a:spcAft>
              <a:buClr>
                <a:schemeClr val="accent2"/>
              </a:buClr>
              <a:buSzPts val="2000"/>
              <a:buFont typeface="Arial"/>
              <a:buNone/>
              <a:defRPr sz="2000" b="1"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chemeClr val="accent2"/>
              </a:buClr>
              <a:buSzPts val="2000"/>
              <a:buFont typeface="Arial"/>
              <a:buNone/>
              <a:defRPr sz="2000" b="1"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chemeClr val="accent2"/>
              </a:buClr>
              <a:buSzPts val="2000"/>
              <a:buFont typeface="Arial"/>
              <a:buNone/>
              <a:defRPr sz="2000" b="1"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chemeClr val="accent2"/>
              </a:buClr>
              <a:buSzPts val="2000"/>
              <a:buFont typeface="Arial"/>
              <a:buNone/>
              <a:defRPr sz="2000" b="1"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chemeClr val="accent2"/>
              </a:buClr>
              <a:buSzPts val="2000"/>
              <a:buFont typeface="Arial"/>
              <a:buNone/>
              <a:defRPr sz="2000" b="1"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chemeClr val="accent2"/>
              </a:buClr>
              <a:buSzPts val="2000"/>
              <a:buFont typeface="Arial"/>
              <a:buNone/>
              <a:defRPr sz="2000" b="1"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chemeClr val="accent2"/>
              </a:buClr>
              <a:buSzPts val="2000"/>
              <a:buFont typeface="Arial"/>
              <a:buNone/>
              <a:defRPr sz="2000" b="1"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chemeClr val="accent2"/>
              </a:buClr>
              <a:buSzPts val="2000"/>
              <a:buFont typeface="Arial"/>
              <a:buNone/>
              <a:defRPr sz="2000" b="1" i="0" u="none" strike="noStrike" cap="none">
                <a:solidFill>
                  <a:schemeClr val="accent2"/>
                </a:solidFill>
                <a:latin typeface="Arial"/>
                <a:ea typeface="Arial"/>
                <a:cs typeface="Arial"/>
                <a:sym typeface="Arial"/>
              </a:defRPr>
            </a:lvl9pPr>
          </a:lstStyle>
          <a:p>
            <a:pPr algn="just"/>
            <a:r>
              <a:rPr lang="vi-VN" sz="1400" dirty="0" smtClean="0"/>
              <a:t>Theo Daniel Galin, </a:t>
            </a:r>
            <a:r>
              <a:rPr lang="vi-VN" sz="1400" dirty="0"/>
              <a:t>đ</a:t>
            </a:r>
            <a:r>
              <a:rPr lang="en-US" sz="1400" dirty="0" err="1" smtClean="0"/>
              <a:t>ảm</a:t>
            </a:r>
            <a:r>
              <a:rPr lang="en-US" sz="1400" dirty="0" smtClean="0"/>
              <a:t> </a:t>
            </a:r>
            <a:r>
              <a:rPr lang="en-US" sz="1400" dirty="0" err="1"/>
              <a:t>bảo</a:t>
            </a:r>
            <a:r>
              <a:rPr lang="en-US" sz="1400" dirty="0"/>
              <a:t> </a:t>
            </a:r>
            <a:r>
              <a:rPr lang="en-US" sz="1400" dirty="0" err="1"/>
              <a:t>chất</a:t>
            </a:r>
            <a:r>
              <a:rPr lang="en-US" sz="1400" dirty="0"/>
              <a:t> </a:t>
            </a:r>
            <a:r>
              <a:rPr lang="en-US" sz="1400" dirty="0" err="1"/>
              <a:t>lượng</a:t>
            </a:r>
            <a:r>
              <a:rPr lang="en-US" sz="1400" dirty="0"/>
              <a:t> </a:t>
            </a:r>
            <a:r>
              <a:rPr lang="en-US" sz="1400" dirty="0" err="1"/>
              <a:t>phần</a:t>
            </a:r>
            <a:r>
              <a:rPr lang="en-US" sz="1400" dirty="0"/>
              <a:t> </a:t>
            </a:r>
            <a:r>
              <a:rPr lang="en-US" sz="1400" dirty="0" err="1"/>
              <a:t>mềm</a:t>
            </a:r>
            <a:r>
              <a:rPr lang="en-US" sz="1400" dirty="0"/>
              <a:t> </a:t>
            </a:r>
            <a:r>
              <a:rPr lang="en-US" sz="1400" dirty="0" err="1"/>
              <a:t>là</a:t>
            </a:r>
            <a:r>
              <a:rPr lang="en-US" sz="1400" dirty="0"/>
              <a:t> </a:t>
            </a:r>
            <a:r>
              <a:rPr lang="en-US" sz="1400" dirty="0" err="1"/>
              <a:t>một</a:t>
            </a:r>
            <a:r>
              <a:rPr lang="en-US" sz="1400" dirty="0"/>
              <a:t> </a:t>
            </a:r>
            <a:r>
              <a:rPr lang="en-US" sz="1400" dirty="0" err="1"/>
              <a:t>tập</a:t>
            </a:r>
            <a:r>
              <a:rPr lang="en-US" sz="1400" dirty="0"/>
              <a:t> </a:t>
            </a:r>
            <a:r>
              <a:rPr lang="en-US" sz="1400" dirty="0" err="1"/>
              <a:t>các</a:t>
            </a:r>
            <a:r>
              <a:rPr lang="en-US" sz="1400" dirty="0"/>
              <a:t> </a:t>
            </a:r>
            <a:r>
              <a:rPr lang="en-US" sz="1400" dirty="0" err="1"/>
              <a:t>hoạt</a:t>
            </a:r>
            <a:r>
              <a:rPr lang="en-US" sz="1400" dirty="0"/>
              <a:t> </a:t>
            </a:r>
            <a:r>
              <a:rPr lang="en-US" sz="1400" dirty="0" err="1"/>
              <a:t>động</a:t>
            </a:r>
            <a:r>
              <a:rPr lang="en-US" sz="1400" dirty="0"/>
              <a:t> </a:t>
            </a:r>
            <a:r>
              <a:rPr lang="en-US" sz="1400" dirty="0" err="1"/>
              <a:t>đã</a:t>
            </a:r>
            <a:r>
              <a:rPr lang="en-US" sz="1400" dirty="0"/>
              <a:t> </a:t>
            </a:r>
            <a:r>
              <a:rPr lang="en-US" sz="1400" dirty="0" err="1"/>
              <a:t>được</a:t>
            </a:r>
            <a:r>
              <a:rPr lang="en-US" sz="1400" dirty="0"/>
              <a:t> </a:t>
            </a:r>
            <a:r>
              <a:rPr lang="en-US" sz="1400" dirty="0" err="1"/>
              <a:t>lập</a:t>
            </a:r>
            <a:r>
              <a:rPr lang="en-US" sz="1400" dirty="0"/>
              <a:t> </a:t>
            </a:r>
            <a:r>
              <a:rPr lang="en-US" sz="1400" dirty="0" err="1"/>
              <a:t>kế</a:t>
            </a:r>
            <a:r>
              <a:rPr lang="en-US" sz="1400" dirty="0"/>
              <a:t> </a:t>
            </a:r>
            <a:r>
              <a:rPr lang="en-US" sz="1400" dirty="0" err="1"/>
              <a:t>hoạch</a:t>
            </a:r>
            <a:r>
              <a:rPr lang="en-US" sz="1400" dirty="0"/>
              <a:t> </a:t>
            </a:r>
            <a:r>
              <a:rPr lang="en-US" sz="1400" dirty="0" err="1"/>
              <a:t>và</a:t>
            </a:r>
            <a:r>
              <a:rPr lang="en-US" sz="1400" dirty="0"/>
              <a:t> </a:t>
            </a:r>
            <a:r>
              <a:rPr lang="en-US" sz="1400" dirty="0" err="1"/>
              <a:t>có</a:t>
            </a:r>
            <a:r>
              <a:rPr lang="en-US" sz="1400" dirty="0"/>
              <a:t> </a:t>
            </a:r>
            <a:r>
              <a:rPr lang="en-US" sz="1400" dirty="0" err="1"/>
              <a:t>hệ</a:t>
            </a:r>
            <a:r>
              <a:rPr lang="en-US" sz="1400" dirty="0"/>
              <a:t> </a:t>
            </a:r>
            <a:r>
              <a:rPr lang="en-US" sz="1400" dirty="0" err="1"/>
              <a:t>thống</a:t>
            </a:r>
            <a:r>
              <a:rPr lang="en-US" sz="1400" dirty="0"/>
              <a:t>, </a:t>
            </a:r>
            <a:r>
              <a:rPr lang="en-US" sz="1400" dirty="0" err="1"/>
              <a:t>cần</a:t>
            </a:r>
            <a:r>
              <a:rPr lang="en-US" sz="1400" dirty="0"/>
              <a:t> </a:t>
            </a:r>
            <a:r>
              <a:rPr lang="en-US" sz="1400" dirty="0" err="1"/>
              <a:t>thiết</a:t>
            </a:r>
            <a:r>
              <a:rPr lang="en-US" sz="1400" dirty="0"/>
              <a:t> </a:t>
            </a:r>
            <a:r>
              <a:rPr lang="en-US" sz="1400" dirty="0" err="1"/>
              <a:t>để</a:t>
            </a:r>
            <a:r>
              <a:rPr lang="en-US" sz="1400" dirty="0"/>
              <a:t> </a:t>
            </a:r>
            <a:r>
              <a:rPr lang="en-US" sz="1400" dirty="0" err="1"/>
              <a:t>cung</a:t>
            </a:r>
            <a:r>
              <a:rPr lang="en-US" sz="1400" dirty="0"/>
              <a:t> </a:t>
            </a:r>
            <a:r>
              <a:rPr lang="en-US" sz="1400" dirty="0" err="1"/>
              <a:t>cấp</a:t>
            </a:r>
            <a:r>
              <a:rPr lang="en-US" sz="1400" dirty="0"/>
              <a:t> </a:t>
            </a:r>
            <a:r>
              <a:rPr lang="en-US" sz="1400" dirty="0" err="1"/>
              <a:t>đầy</a:t>
            </a:r>
            <a:r>
              <a:rPr lang="en-US" sz="1400" dirty="0"/>
              <a:t> </a:t>
            </a:r>
            <a:r>
              <a:rPr lang="en-US" sz="1400" dirty="0" err="1"/>
              <a:t>đủ</a:t>
            </a:r>
            <a:r>
              <a:rPr lang="en-US" sz="1400" dirty="0"/>
              <a:t> </a:t>
            </a:r>
            <a:r>
              <a:rPr lang="en-US" sz="1400" dirty="0" err="1"/>
              <a:t>sự</a:t>
            </a:r>
            <a:r>
              <a:rPr lang="en-US" sz="1400" dirty="0"/>
              <a:t> tin </a:t>
            </a:r>
            <a:r>
              <a:rPr lang="en-US" sz="1400" dirty="0" err="1"/>
              <a:t>cậy</a:t>
            </a:r>
            <a:r>
              <a:rPr lang="en-US" sz="1400" dirty="0"/>
              <a:t> </a:t>
            </a:r>
            <a:r>
              <a:rPr lang="en-US" sz="1400" dirty="0" err="1"/>
              <a:t>vào</a:t>
            </a:r>
            <a:r>
              <a:rPr lang="en-US" sz="1400" dirty="0"/>
              <a:t> </a:t>
            </a:r>
            <a:r>
              <a:rPr lang="en-US" sz="1400" dirty="0" err="1"/>
              <a:t>quy</a:t>
            </a:r>
            <a:r>
              <a:rPr lang="en-US" sz="1400" dirty="0"/>
              <a:t> </a:t>
            </a:r>
            <a:r>
              <a:rPr lang="en-US" sz="1400" dirty="0" err="1"/>
              <a:t>trình</a:t>
            </a:r>
            <a:r>
              <a:rPr lang="en-US" sz="1400" dirty="0"/>
              <a:t> </a:t>
            </a:r>
            <a:r>
              <a:rPr lang="en-US" sz="1400" dirty="0" err="1"/>
              <a:t>phát</a:t>
            </a:r>
            <a:r>
              <a:rPr lang="en-US" sz="1400" dirty="0"/>
              <a:t> </a:t>
            </a:r>
            <a:r>
              <a:rPr lang="en-US" sz="1400" dirty="0" err="1"/>
              <a:t>triển</a:t>
            </a:r>
            <a:r>
              <a:rPr lang="en-US" sz="1400" dirty="0"/>
              <a:t> </a:t>
            </a:r>
            <a:r>
              <a:rPr lang="en-US" sz="1400" dirty="0" err="1"/>
              <a:t>phần</a:t>
            </a:r>
            <a:r>
              <a:rPr lang="en-US" sz="1400" dirty="0"/>
              <a:t> </a:t>
            </a:r>
            <a:r>
              <a:rPr lang="en-US" sz="1400" dirty="0" err="1"/>
              <a:t>mềm</a:t>
            </a:r>
            <a:r>
              <a:rPr lang="en-US" sz="1400" dirty="0"/>
              <a:t> hay </a:t>
            </a:r>
            <a:r>
              <a:rPr lang="en-US" sz="1400" dirty="0" err="1"/>
              <a:t>quy</a:t>
            </a:r>
            <a:r>
              <a:rPr lang="en-US" sz="1400" dirty="0"/>
              <a:t> </a:t>
            </a:r>
            <a:r>
              <a:rPr lang="en-US" sz="1400" dirty="0" err="1"/>
              <a:t>trình</a:t>
            </a:r>
            <a:r>
              <a:rPr lang="en-US" sz="1400" dirty="0"/>
              <a:t> </a:t>
            </a:r>
            <a:r>
              <a:rPr lang="en-US" sz="1400" dirty="0" err="1"/>
              <a:t>bảo</a:t>
            </a:r>
            <a:r>
              <a:rPr lang="en-US" sz="1400" dirty="0"/>
              <a:t> </a:t>
            </a:r>
            <a:r>
              <a:rPr lang="en-US" sz="1400" dirty="0" err="1"/>
              <a:t>trì</a:t>
            </a:r>
            <a:r>
              <a:rPr lang="en-US" sz="1400" dirty="0"/>
              <a:t> </a:t>
            </a:r>
            <a:r>
              <a:rPr lang="en-US" sz="1400" dirty="0" err="1"/>
              <a:t>phần</a:t>
            </a:r>
            <a:r>
              <a:rPr lang="en-US" sz="1400" dirty="0"/>
              <a:t> </a:t>
            </a:r>
            <a:r>
              <a:rPr lang="en-US" sz="1400" dirty="0" err="1"/>
              <a:t>mềm</a:t>
            </a:r>
            <a:r>
              <a:rPr lang="en-US" sz="1400" dirty="0"/>
              <a:t> </a:t>
            </a:r>
            <a:r>
              <a:rPr lang="en-US" sz="1400" dirty="0" err="1"/>
              <a:t>của</a:t>
            </a:r>
            <a:r>
              <a:rPr lang="en-US" sz="1400" dirty="0"/>
              <a:t> </a:t>
            </a:r>
            <a:r>
              <a:rPr lang="en-US" sz="1400" dirty="0" err="1"/>
              <a:t>sản</a:t>
            </a:r>
            <a:r>
              <a:rPr lang="en-US" sz="1400" dirty="0"/>
              <a:t> </a:t>
            </a:r>
            <a:r>
              <a:rPr lang="en-US" sz="1400" dirty="0" err="1"/>
              <a:t>phẩm</a:t>
            </a:r>
            <a:r>
              <a:rPr lang="en-US" sz="1400" dirty="0"/>
              <a:t> </a:t>
            </a:r>
            <a:r>
              <a:rPr lang="en-US" sz="1400" dirty="0" err="1"/>
              <a:t>hệ</a:t>
            </a:r>
            <a:r>
              <a:rPr lang="en-US" sz="1400" dirty="0"/>
              <a:t> </a:t>
            </a:r>
            <a:r>
              <a:rPr lang="en-US" sz="1400" dirty="0" err="1"/>
              <a:t>thống</a:t>
            </a:r>
            <a:r>
              <a:rPr lang="en-US" sz="1400" dirty="0"/>
              <a:t> </a:t>
            </a:r>
            <a:r>
              <a:rPr lang="en-US" sz="1400" dirty="0" err="1"/>
              <a:t>phần</a:t>
            </a:r>
            <a:r>
              <a:rPr lang="en-US" sz="1400" dirty="0"/>
              <a:t> </a:t>
            </a:r>
            <a:r>
              <a:rPr lang="en-US" sz="1400" dirty="0" err="1"/>
              <a:t>mềm</a:t>
            </a:r>
            <a:r>
              <a:rPr lang="en-US" sz="1400" dirty="0"/>
              <a:t> </a:t>
            </a:r>
            <a:r>
              <a:rPr lang="en-US" sz="1400" dirty="0" err="1"/>
              <a:t>phù</a:t>
            </a:r>
            <a:r>
              <a:rPr lang="en-US" sz="1400" dirty="0"/>
              <a:t> </a:t>
            </a:r>
            <a:r>
              <a:rPr lang="en-US" sz="1400" dirty="0" err="1"/>
              <a:t>hợp</a:t>
            </a:r>
            <a:r>
              <a:rPr lang="en-US" sz="1400" dirty="0"/>
              <a:t> </a:t>
            </a:r>
            <a:r>
              <a:rPr lang="en-US" sz="1400" dirty="0" err="1"/>
              <a:t>với</a:t>
            </a:r>
            <a:r>
              <a:rPr lang="en-US" sz="1400" dirty="0"/>
              <a:t> </a:t>
            </a:r>
            <a:r>
              <a:rPr lang="en-US" sz="1400" dirty="0" err="1"/>
              <a:t>các</a:t>
            </a:r>
            <a:r>
              <a:rPr lang="en-US" sz="1400" dirty="0"/>
              <a:t> </a:t>
            </a:r>
            <a:r>
              <a:rPr lang="en-US" sz="1400" dirty="0" err="1"/>
              <a:t>yêu</a:t>
            </a:r>
            <a:r>
              <a:rPr lang="en-US" sz="1400" dirty="0"/>
              <a:t> </a:t>
            </a:r>
            <a:r>
              <a:rPr lang="en-US" sz="1400" dirty="0" err="1"/>
              <a:t>cầu</a:t>
            </a:r>
            <a:r>
              <a:rPr lang="en-US" sz="1400" dirty="0"/>
              <a:t> </a:t>
            </a:r>
            <a:r>
              <a:rPr lang="en-US" sz="1400" dirty="0" err="1"/>
              <a:t>chức</a:t>
            </a:r>
            <a:r>
              <a:rPr lang="en-US" sz="1400" dirty="0"/>
              <a:t> </a:t>
            </a:r>
            <a:r>
              <a:rPr lang="en-US" sz="1400" dirty="0" err="1"/>
              <a:t>năng</a:t>
            </a:r>
            <a:r>
              <a:rPr lang="en-US" sz="1400" dirty="0"/>
              <a:t> </a:t>
            </a:r>
            <a:r>
              <a:rPr lang="en-US" sz="1400" dirty="0" err="1"/>
              <a:t>kỹ</a:t>
            </a:r>
            <a:r>
              <a:rPr lang="en-US" sz="1400" dirty="0"/>
              <a:t> </a:t>
            </a:r>
            <a:r>
              <a:rPr lang="en-US" sz="1400" dirty="0" err="1"/>
              <a:t>thuật</a:t>
            </a:r>
            <a:r>
              <a:rPr lang="en-US" sz="1400" dirty="0"/>
              <a:t> </a:t>
            </a:r>
            <a:r>
              <a:rPr lang="en-US" sz="1400" dirty="0" err="1"/>
              <a:t>cũng</a:t>
            </a:r>
            <a:r>
              <a:rPr lang="en-US" sz="1400" dirty="0"/>
              <a:t> </a:t>
            </a:r>
            <a:r>
              <a:rPr lang="en-US" sz="1400" dirty="0" err="1"/>
              <a:t>như</a:t>
            </a:r>
            <a:r>
              <a:rPr lang="en-US" sz="1400" dirty="0"/>
              <a:t> </a:t>
            </a:r>
            <a:r>
              <a:rPr lang="en-US" sz="1400" dirty="0" err="1"/>
              <a:t>với</a:t>
            </a:r>
            <a:r>
              <a:rPr lang="en-US" sz="1400" dirty="0"/>
              <a:t> </a:t>
            </a:r>
            <a:r>
              <a:rPr lang="en-US" sz="1400" dirty="0" err="1"/>
              <a:t>các</a:t>
            </a:r>
            <a:r>
              <a:rPr lang="en-US" sz="1400" dirty="0"/>
              <a:t> </a:t>
            </a:r>
            <a:r>
              <a:rPr lang="en-US" sz="1400" dirty="0" err="1"/>
              <a:t>yêu</a:t>
            </a:r>
            <a:r>
              <a:rPr lang="en-US" sz="1400" dirty="0"/>
              <a:t> </a:t>
            </a:r>
            <a:r>
              <a:rPr lang="en-US" sz="1400" dirty="0" err="1"/>
              <a:t>cầu</a:t>
            </a:r>
            <a:r>
              <a:rPr lang="en-US" sz="1400" dirty="0"/>
              <a:t> </a:t>
            </a:r>
            <a:r>
              <a:rPr lang="en-US" sz="1400" dirty="0" err="1"/>
              <a:t>quản</a:t>
            </a:r>
            <a:r>
              <a:rPr lang="en-US" sz="1400" dirty="0"/>
              <a:t> </a:t>
            </a:r>
            <a:r>
              <a:rPr lang="en-US" sz="1400" dirty="0" err="1"/>
              <a:t>lý</a:t>
            </a:r>
            <a:r>
              <a:rPr lang="en-US" sz="1400" dirty="0"/>
              <a:t> </a:t>
            </a:r>
            <a:r>
              <a:rPr lang="en-US" sz="1400" dirty="0" err="1"/>
              <a:t>mà</a:t>
            </a:r>
            <a:r>
              <a:rPr lang="en-US" sz="1400" dirty="0"/>
              <a:t> </a:t>
            </a:r>
            <a:r>
              <a:rPr lang="en-US" sz="1400" dirty="0" err="1"/>
              <a:t>giữ</a:t>
            </a:r>
            <a:r>
              <a:rPr lang="en-US" sz="1400" dirty="0"/>
              <a:t> </a:t>
            </a:r>
            <a:r>
              <a:rPr lang="en-US" sz="1400" dirty="0" err="1"/>
              <a:t>cho</a:t>
            </a:r>
            <a:r>
              <a:rPr lang="en-US" sz="1400" dirty="0"/>
              <a:t> </a:t>
            </a:r>
            <a:r>
              <a:rPr lang="en-US" sz="1400" dirty="0" err="1"/>
              <a:t>lịch</a:t>
            </a:r>
            <a:r>
              <a:rPr lang="en-US" sz="1400" dirty="0"/>
              <a:t> </a:t>
            </a:r>
            <a:r>
              <a:rPr lang="en-US" sz="1400" dirty="0" err="1"/>
              <a:t>biểu</a:t>
            </a:r>
            <a:r>
              <a:rPr lang="en-US" sz="1400" dirty="0"/>
              <a:t> </a:t>
            </a:r>
            <a:r>
              <a:rPr lang="en-US" sz="1400" dirty="0" err="1"/>
              <a:t>và</a:t>
            </a:r>
            <a:r>
              <a:rPr lang="en-US" sz="1400" dirty="0"/>
              <a:t> </a:t>
            </a:r>
            <a:r>
              <a:rPr lang="en-US" sz="1400" dirty="0" err="1"/>
              <a:t>hoạt</a:t>
            </a:r>
            <a:r>
              <a:rPr lang="en-US" sz="1400" dirty="0"/>
              <a:t> </a:t>
            </a:r>
            <a:r>
              <a:rPr lang="en-US" sz="1400" dirty="0" err="1"/>
              <a:t>động</a:t>
            </a:r>
            <a:r>
              <a:rPr lang="en-US" sz="1400" dirty="0"/>
              <a:t> </a:t>
            </a:r>
            <a:r>
              <a:rPr lang="en-US" sz="1400" dirty="0" err="1"/>
              <a:t>trong</a:t>
            </a:r>
            <a:r>
              <a:rPr lang="en-US" sz="1400" dirty="0"/>
              <a:t> </a:t>
            </a:r>
            <a:r>
              <a:rPr lang="en-US" sz="1400" dirty="0" err="1"/>
              <a:t>phạm</a:t>
            </a:r>
            <a:r>
              <a:rPr lang="en-US" sz="1400" dirty="0"/>
              <a:t> vi </a:t>
            </a:r>
            <a:r>
              <a:rPr lang="en-US" sz="1400" dirty="0" err="1"/>
              <a:t>ngân</a:t>
            </a:r>
            <a:r>
              <a:rPr lang="en-US" sz="1400" dirty="0"/>
              <a:t> </a:t>
            </a:r>
            <a:r>
              <a:rPr lang="en-US" sz="1400" dirty="0" err="1"/>
              <a:t>sách</a:t>
            </a:r>
            <a:r>
              <a:rPr lang="en-US" sz="1400" dirty="0"/>
              <a:t>.</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34">
                                            <p:txEl>
                                              <p:pRg st="0" end="0"/>
                                            </p:txEl>
                                          </p:spTgt>
                                        </p:tgtEl>
                                        <p:attrNameLst>
                                          <p:attrName>style.visibility</p:attrName>
                                        </p:attrNameLst>
                                      </p:cBhvr>
                                      <p:to>
                                        <p:strVal val="visible"/>
                                      </p:to>
                                    </p:set>
                                    <p:animEffect transition="in" filter="barn(inVertical)">
                                      <p:cBhvr>
                                        <p:cTn id="7" dur="500"/>
                                        <p:tgtEl>
                                          <p:spTgt spid="234">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34">
                                            <p:txEl>
                                              <p:pRg st="1" end="1"/>
                                            </p:txEl>
                                          </p:spTgt>
                                        </p:tgtEl>
                                        <p:attrNameLst>
                                          <p:attrName>style.visibility</p:attrName>
                                        </p:attrNameLst>
                                      </p:cBhvr>
                                      <p:to>
                                        <p:strVal val="visible"/>
                                      </p:to>
                                    </p:set>
                                    <p:animEffect transition="in" filter="barn(inVertical)">
                                      <p:cBhvr>
                                        <p:cTn id="10" dur="500"/>
                                        <p:tgtEl>
                                          <p:spTgt spid="234">
                                            <p:txEl>
                                              <p:pRg st="1" end="1"/>
                                            </p:txEl>
                                          </p:spTgt>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par>
                                <p:cTn id="15" presetID="14" presetClass="entr" presetSubtype="1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1000"/>
                                        <p:tgtEl>
                                          <p:spTgt spid="4"/>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barn(inVertical)">
                                      <p:cBhvr>
                                        <p:cTn id="2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build="p"/>
      <p:bldP spid="22" grpId="0" animBg="1"/>
      <p:bldP spid="4" grpId="0"/>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5"/>
          <p:cNvSpPr txBox="1">
            <a:spLocks noGrp="1"/>
          </p:cNvSpPr>
          <p:nvPr>
            <p:ph type="subTitle" idx="1"/>
          </p:nvPr>
        </p:nvSpPr>
        <p:spPr>
          <a:xfrm>
            <a:off x="905715" y="4085857"/>
            <a:ext cx="2736162" cy="69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smtClean="0"/>
              <a:t>Cây mô hình yếu tố CLPM theo McCall</a:t>
            </a:r>
            <a:endParaRPr dirty="0"/>
          </a:p>
        </p:txBody>
      </p:sp>
      <p:sp>
        <p:nvSpPr>
          <p:cNvPr id="252" name="Google Shape;252;p35"/>
          <p:cNvSpPr txBox="1">
            <a:spLocks noGrp="1"/>
          </p:cNvSpPr>
          <p:nvPr>
            <p:ph type="body" idx="2"/>
          </p:nvPr>
        </p:nvSpPr>
        <p:spPr>
          <a:xfrm>
            <a:off x="5044725" y="539500"/>
            <a:ext cx="3224400" cy="4069200"/>
          </a:xfrm>
          <a:prstGeom prst="rect">
            <a:avLst/>
          </a:prstGeom>
        </p:spPr>
        <p:txBody>
          <a:bodyPr spcFirstLastPara="1" wrap="square" lIns="91425" tIns="91425" rIns="91425" bIns="91425" anchor="ctr" anchorCtr="0">
            <a:noAutofit/>
          </a:bodyPr>
          <a:lstStyle/>
          <a:p>
            <a:pPr marL="457200" lvl="0" indent="-317500" algn="l" rtl="0">
              <a:spcBef>
                <a:spcPts val="0"/>
              </a:spcBef>
              <a:spcAft>
                <a:spcPts val="0"/>
              </a:spcAft>
              <a:buSzPts val="1400"/>
              <a:buChar char="●"/>
            </a:pPr>
            <a:r>
              <a:rPr lang="vi-VN" b="1" dirty="0" smtClean="0">
                <a:solidFill>
                  <a:schemeClr val="accent2"/>
                </a:solidFill>
              </a:rPr>
              <a:t>Các yếu tố về vận hành sản phẩm: </a:t>
            </a:r>
            <a:r>
              <a:rPr lang="vi-VN" dirty="0" smtClean="0"/>
              <a:t>tính đúng đắn, độ tin cậy, tính hiệu quả, tính toàn vẹn, khả năng sử dụng được.</a:t>
            </a:r>
            <a:r>
              <a:rPr lang="en" dirty="0"/>
              <a:t/>
            </a:r>
            <a:br>
              <a:rPr lang="en" dirty="0"/>
            </a:br>
            <a:endParaRPr dirty="0"/>
          </a:p>
          <a:p>
            <a:pPr marL="457200" lvl="0" indent="-317500" algn="l" rtl="0">
              <a:spcBef>
                <a:spcPts val="0"/>
              </a:spcBef>
              <a:spcAft>
                <a:spcPts val="0"/>
              </a:spcAft>
              <a:buSzPts val="1400"/>
              <a:buChar char="●"/>
            </a:pPr>
            <a:r>
              <a:rPr lang="vi-VN" b="1" dirty="0" smtClean="0">
                <a:solidFill>
                  <a:schemeClr val="accent2"/>
                </a:solidFill>
              </a:rPr>
              <a:t>Các yếu tố về rà soát sản phẩm: </a:t>
            </a:r>
            <a:r>
              <a:rPr lang="vi-VN" dirty="0" smtClean="0"/>
              <a:t>khả năng bảo trì, tính linh động, khả năng kiểm tra được.</a:t>
            </a:r>
            <a:r>
              <a:rPr lang="en" dirty="0"/>
              <a:t/>
            </a:r>
            <a:br>
              <a:rPr lang="en" dirty="0"/>
            </a:br>
            <a:endParaRPr dirty="0"/>
          </a:p>
          <a:p>
            <a:pPr marL="457200" lvl="0" indent="-317500" algn="l" rtl="0">
              <a:spcBef>
                <a:spcPts val="0"/>
              </a:spcBef>
              <a:spcAft>
                <a:spcPts val="0"/>
              </a:spcAft>
              <a:buSzPts val="1400"/>
              <a:buChar char="●"/>
            </a:pPr>
            <a:r>
              <a:rPr lang="vi-VN" b="1" dirty="0" smtClean="0">
                <a:solidFill>
                  <a:schemeClr val="accent2"/>
                </a:solidFill>
              </a:rPr>
              <a:t>Các yếu tố về chuyển giao sản phẩm: </a:t>
            </a:r>
            <a:r>
              <a:rPr lang="vi-VN" dirty="0" smtClean="0"/>
              <a:t>tính lưu động, khả năng tái sử dụng, khả năng cộng tác được.</a:t>
            </a:r>
            <a:endParaRPr dirty="0"/>
          </a:p>
        </p:txBody>
      </p:sp>
      <p:sp>
        <p:nvSpPr>
          <p:cNvPr id="253" name="Google Shape;253;p35"/>
          <p:cNvSpPr txBox="1">
            <a:spLocks noGrp="1"/>
          </p:cNvSpPr>
          <p:nvPr>
            <p:ph type="title"/>
          </p:nvPr>
        </p:nvSpPr>
        <p:spPr>
          <a:xfrm>
            <a:off x="905715" y="713517"/>
            <a:ext cx="316563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400" dirty="0" smtClean="0"/>
              <a:t>Các tiêu chí ĐBCLPM</a:t>
            </a:r>
            <a:endParaRPr sz="2400" dirty="0"/>
          </a:p>
        </p:txBody>
      </p:sp>
      <p:sp>
        <p:nvSpPr>
          <p:cNvPr id="255" name="Google Shape;255;p35"/>
          <p:cNvSpPr/>
          <p:nvPr/>
        </p:nvSpPr>
        <p:spPr>
          <a:xfrm rot="-2700000">
            <a:off x="403900" y="1300124"/>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6" name="Google Shape;256;p35"/>
          <p:cNvSpPr/>
          <p:nvPr/>
        </p:nvSpPr>
        <p:spPr>
          <a:xfrm rot="-2700000">
            <a:off x="3617554" y="3606420"/>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pic>
        <p:nvPicPr>
          <p:cNvPr id="257" name="Google Shape;257;p35"/>
          <p:cNvPicPr preferRelativeResize="0"/>
          <p:nvPr/>
        </p:nvPicPr>
        <p:blipFill>
          <a:blip r:embed="rId3">
            <a:alphaModFix amt="80000"/>
          </a:blip>
          <a:stretch>
            <a:fillRect/>
          </a:stretch>
        </p:blipFill>
        <p:spPr>
          <a:xfrm rot="19532369">
            <a:off x="3198663" y="4073077"/>
            <a:ext cx="886426" cy="547518"/>
          </a:xfrm>
          <a:prstGeom prst="rect">
            <a:avLst/>
          </a:prstGeom>
          <a:noFill/>
          <a:ln>
            <a:noFill/>
          </a:ln>
        </p:spPr>
      </p:pic>
      <p:pic>
        <p:nvPicPr>
          <p:cNvPr id="1026" name="Picture 2" descr="Cây mô hình McC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697" y="1356487"/>
            <a:ext cx="3346310"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53"/>
                                        </p:tgtEl>
                                        <p:attrNameLst>
                                          <p:attrName>style.visibility</p:attrName>
                                        </p:attrNameLst>
                                      </p:cBhvr>
                                      <p:to>
                                        <p:strVal val="visible"/>
                                      </p:to>
                                    </p:set>
                                    <p:animEffect transition="in" filter="wipe(down)">
                                      <p:cBhvr>
                                        <p:cTn id="7" dur="217">
                                          <p:stCondLst>
                                            <p:cond delay="0"/>
                                          </p:stCondLst>
                                        </p:cTn>
                                        <p:tgtEl>
                                          <p:spTgt spid="253"/>
                                        </p:tgtEl>
                                      </p:cBhvr>
                                    </p:animEffect>
                                    <p:anim calcmode="lin" valueType="num">
                                      <p:cBhvr>
                                        <p:cTn id="8" dur="683" tmFilter="0,0; 0.14,0.36; 0.43,0.73; 0.71,0.91; 1.0,1.0">
                                          <p:stCondLst>
                                            <p:cond delay="0"/>
                                          </p:stCondLst>
                                        </p:cTn>
                                        <p:tgtEl>
                                          <p:spTgt spid="253"/>
                                        </p:tgtEl>
                                        <p:attrNameLst>
                                          <p:attrName>ppt_x</p:attrName>
                                        </p:attrNameLst>
                                      </p:cBhvr>
                                      <p:tavLst>
                                        <p:tav tm="0">
                                          <p:val>
                                            <p:strVal val="#ppt_x-0.25"/>
                                          </p:val>
                                        </p:tav>
                                        <p:tav tm="100000">
                                          <p:val>
                                            <p:strVal val="#ppt_x"/>
                                          </p:val>
                                        </p:tav>
                                      </p:tavLst>
                                    </p:anim>
                                    <p:anim calcmode="lin" valueType="num">
                                      <p:cBhvr>
                                        <p:cTn id="9" dur="249" tmFilter="0.0,0.0; 0.25,0.07; 0.50,0.2; 0.75,0.467; 1.0,1.0">
                                          <p:stCondLst>
                                            <p:cond delay="0"/>
                                          </p:stCondLst>
                                        </p:cTn>
                                        <p:tgtEl>
                                          <p:spTgt spid="253"/>
                                        </p:tgtEl>
                                        <p:attrNameLst>
                                          <p:attrName>ppt_y</p:attrName>
                                        </p:attrNameLst>
                                      </p:cBhvr>
                                      <p:tavLst>
                                        <p:tav tm="0" fmla="#ppt_y-sin(pi*$)/3">
                                          <p:val>
                                            <p:fltVal val="0.5"/>
                                          </p:val>
                                        </p:tav>
                                        <p:tav tm="100000">
                                          <p:val>
                                            <p:fltVal val="1"/>
                                          </p:val>
                                        </p:tav>
                                      </p:tavLst>
                                    </p:anim>
                                    <p:anim calcmode="lin" valueType="num">
                                      <p:cBhvr>
                                        <p:cTn id="10" dur="249" tmFilter="0, 0; 0.125,0.2665; 0.25,0.4; 0.375,0.465; 0.5,0.5;  0.625,0.535; 0.75,0.6; 0.875,0.7335; 1,1">
                                          <p:stCondLst>
                                            <p:cond delay="249"/>
                                          </p:stCondLst>
                                        </p:cTn>
                                        <p:tgtEl>
                                          <p:spTgt spid="253"/>
                                        </p:tgtEl>
                                        <p:attrNameLst>
                                          <p:attrName>ppt_y</p:attrName>
                                        </p:attrNameLst>
                                      </p:cBhvr>
                                      <p:tavLst>
                                        <p:tav tm="0" fmla="#ppt_y-sin(pi*$)/9">
                                          <p:val>
                                            <p:fltVal val="0"/>
                                          </p:val>
                                        </p:tav>
                                        <p:tav tm="100000">
                                          <p:val>
                                            <p:fltVal val="1"/>
                                          </p:val>
                                        </p:tav>
                                      </p:tavLst>
                                    </p:anim>
                                    <p:anim calcmode="lin" valueType="num">
                                      <p:cBhvr>
                                        <p:cTn id="11" dur="124" tmFilter="0, 0; 0.125,0.2665; 0.25,0.4; 0.375,0.465; 0.5,0.5;  0.625,0.535; 0.75,0.6; 0.875,0.7335; 1,1">
                                          <p:stCondLst>
                                            <p:cond delay="497"/>
                                          </p:stCondLst>
                                        </p:cTn>
                                        <p:tgtEl>
                                          <p:spTgt spid="253"/>
                                        </p:tgtEl>
                                        <p:attrNameLst>
                                          <p:attrName>ppt_y</p:attrName>
                                        </p:attrNameLst>
                                      </p:cBhvr>
                                      <p:tavLst>
                                        <p:tav tm="0" fmla="#ppt_y-sin(pi*$)/27">
                                          <p:val>
                                            <p:fltVal val="0"/>
                                          </p:val>
                                        </p:tav>
                                        <p:tav tm="100000">
                                          <p:val>
                                            <p:fltVal val="1"/>
                                          </p:val>
                                        </p:tav>
                                      </p:tavLst>
                                    </p:anim>
                                    <p:anim calcmode="lin" valueType="num">
                                      <p:cBhvr>
                                        <p:cTn id="12" dur="62" tmFilter="0, 0; 0.125,0.2665; 0.25,0.4; 0.375,0.465; 0.5,0.5;  0.625,0.535; 0.75,0.6; 0.875,0.7335; 1,1">
                                          <p:stCondLst>
                                            <p:cond delay="621"/>
                                          </p:stCondLst>
                                        </p:cTn>
                                        <p:tgtEl>
                                          <p:spTgt spid="253"/>
                                        </p:tgtEl>
                                        <p:attrNameLst>
                                          <p:attrName>ppt_y</p:attrName>
                                        </p:attrNameLst>
                                      </p:cBhvr>
                                      <p:tavLst>
                                        <p:tav tm="0" fmla="#ppt_y-sin(pi*$)/81">
                                          <p:val>
                                            <p:fltVal val="0"/>
                                          </p:val>
                                        </p:tav>
                                        <p:tav tm="100000">
                                          <p:val>
                                            <p:fltVal val="1"/>
                                          </p:val>
                                        </p:tav>
                                      </p:tavLst>
                                    </p:anim>
                                    <p:animScale>
                                      <p:cBhvr>
                                        <p:cTn id="13" dur="10">
                                          <p:stCondLst>
                                            <p:cond delay="244"/>
                                          </p:stCondLst>
                                        </p:cTn>
                                        <p:tgtEl>
                                          <p:spTgt spid="253"/>
                                        </p:tgtEl>
                                      </p:cBhvr>
                                      <p:to x="100000" y="60000"/>
                                    </p:animScale>
                                    <p:animScale>
                                      <p:cBhvr>
                                        <p:cTn id="14" dur="62" decel="50000">
                                          <p:stCondLst>
                                            <p:cond delay="254"/>
                                          </p:stCondLst>
                                        </p:cTn>
                                        <p:tgtEl>
                                          <p:spTgt spid="253"/>
                                        </p:tgtEl>
                                      </p:cBhvr>
                                      <p:to x="100000" y="100000"/>
                                    </p:animScale>
                                    <p:animScale>
                                      <p:cBhvr>
                                        <p:cTn id="15" dur="10">
                                          <p:stCondLst>
                                            <p:cond delay="492"/>
                                          </p:stCondLst>
                                        </p:cTn>
                                        <p:tgtEl>
                                          <p:spTgt spid="253"/>
                                        </p:tgtEl>
                                      </p:cBhvr>
                                      <p:to x="100000" y="80000"/>
                                    </p:animScale>
                                    <p:animScale>
                                      <p:cBhvr>
                                        <p:cTn id="16" dur="62" decel="50000">
                                          <p:stCondLst>
                                            <p:cond delay="502"/>
                                          </p:stCondLst>
                                        </p:cTn>
                                        <p:tgtEl>
                                          <p:spTgt spid="253"/>
                                        </p:tgtEl>
                                      </p:cBhvr>
                                      <p:to x="100000" y="100000"/>
                                    </p:animScale>
                                    <p:animScale>
                                      <p:cBhvr>
                                        <p:cTn id="17" dur="10">
                                          <p:stCondLst>
                                            <p:cond delay="616"/>
                                          </p:stCondLst>
                                        </p:cTn>
                                        <p:tgtEl>
                                          <p:spTgt spid="253"/>
                                        </p:tgtEl>
                                      </p:cBhvr>
                                      <p:to x="100000" y="90000"/>
                                    </p:animScale>
                                    <p:animScale>
                                      <p:cBhvr>
                                        <p:cTn id="18" dur="62" decel="50000">
                                          <p:stCondLst>
                                            <p:cond delay="625"/>
                                          </p:stCondLst>
                                        </p:cTn>
                                        <p:tgtEl>
                                          <p:spTgt spid="253"/>
                                        </p:tgtEl>
                                      </p:cBhvr>
                                      <p:to x="100000" y="100000"/>
                                    </p:animScale>
                                    <p:animScale>
                                      <p:cBhvr>
                                        <p:cTn id="19" dur="10">
                                          <p:stCondLst>
                                            <p:cond delay="678"/>
                                          </p:stCondLst>
                                        </p:cTn>
                                        <p:tgtEl>
                                          <p:spTgt spid="253"/>
                                        </p:tgtEl>
                                      </p:cBhvr>
                                      <p:to x="100000" y="95000"/>
                                    </p:animScale>
                                    <p:animScale>
                                      <p:cBhvr>
                                        <p:cTn id="20" dur="62" decel="50000">
                                          <p:stCondLst>
                                            <p:cond delay="688"/>
                                          </p:stCondLst>
                                        </p:cTn>
                                        <p:tgtEl>
                                          <p:spTgt spid="253"/>
                                        </p:tgtEl>
                                      </p:cBhvr>
                                      <p:to x="100000" y="100000"/>
                                    </p:animScale>
                                  </p:childTnLst>
                                </p:cTn>
                              </p:par>
                              <p:par>
                                <p:cTn id="21" presetID="6" presetClass="entr" presetSubtype="16" fill="hold" nodeType="withEffect">
                                  <p:stCondLst>
                                    <p:cond delay="500"/>
                                  </p:stCondLst>
                                  <p:childTnLst>
                                    <p:set>
                                      <p:cBhvr>
                                        <p:cTn id="22" dur="1" fill="hold">
                                          <p:stCondLst>
                                            <p:cond delay="0"/>
                                          </p:stCondLst>
                                        </p:cTn>
                                        <p:tgtEl>
                                          <p:spTgt spid="1026"/>
                                        </p:tgtEl>
                                        <p:attrNameLst>
                                          <p:attrName>style.visibility</p:attrName>
                                        </p:attrNameLst>
                                      </p:cBhvr>
                                      <p:to>
                                        <p:strVal val="visible"/>
                                      </p:to>
                                    </p:set>
                                    <p:animEffect transition="in" filter="circle(in)">
                                      <p:cBhvr>
                                        <p:cTn id="23" dur="1250"/>
                                        <p:tgtEl>
                                          <p:spTgt spid="1026"/>
                                        </p:tgtEl>
                                      </p:cBhvr>
                                    </p:animEffect>
                                  </p:childTnLst>
                                </p:cTn>
                              </p:par>
                              <p:par>
                                <p:cTn id="24" presetID="45" presetClass="entr" presetSubtype="0" fill="hold" grpId="0" nodeType="withEffect">
                                  <p:stCondLst>
                                    <p:cond delay="0"/>
                                  </p:stCondLst>
                                  <p:childTnLst>
                                    <p:set>
                                      <p:cBhvr>
                                        <p:cTn id="25" dur="1" fill="hold">
                                          <p:stCondLst>
                                            <p:cond delay="0"/>
                                          </p:stCondLst>
                                        </p:cTn>
                                        <p:tgtEl>
                                          <p:spTgt spid="251">
                                            <p:txEl>
                                              <p:pRg st="0" end="0"/>
                                            </p:txEl>
                                          </p:spTgt>
                                        </p:tgtEl>
                                        <p:attrNameLst>
                                          <p:attrName>style.visibility</p:attrName>
                                        </p:attrNameLst>
                                      </p:cBhvr>
                                      <p:to>
                                        <p:strVal val="visible"/>
                                      </p:to>
                                    </p:set>
                                    <p:animEffect transition="in" filter="fade">
                                      <p:cBhvr>
                                        <p:cTn id="26" dur="750"/>
                                        <p:tgtEl>
                                          <p:spTgt spid="251">
                                            <p:txEl>
                                              <p:pRg st="0" end="0"/>
                                            </p:txEl>
                                          </p:spTgt>
                                        </p:tgtEl>
                                      </p:cBhvr>
                                    </p:animEffect>
                                    <p:anim calcmode="lin" valueType="num">
                                      <p:cBhvr>
                                        <p:cTn id="27" dur="750" fill="hold"/>
                                        <p:tgtEl>
                                          <p:spTgt spid="251">
                                            <p:txEl>
                                              <p:pRg st="0" end="0"/>
                                            </p:txEl>
                                          </p:spTgt>
                                        </p:tgtEl>
                                        <p:attrNameLst>
                                          <p:attrName>ppt_w</p:attrName>
                                        </p:attrNameLst>
                                      </p:cBhvr>
                                      <p:tavLst>
                                        <p:tav tm="0" fmla="#ppt_w*sin(2.5*pi*$)">
                                          <p:val>
                                            <p:fltVal val="0"/>
                                          </p:val>
                                        </p:tav>
                                        <p:tav tm="100000">
                                          <p:val>
                                            <p:fltVal val="1"/>
                                          </p:val>
                                        </p:tav>
                                      </p:tavLst>
                                    </p:anim>
                                    <p:anim calcmode="lin" valueType="num">
                                      <p:cBhvr>
                                        <p:cTn id="28" dur="750" fill="hold"/>
                                        <p:tgtEl>
                                          <p:spTgt spid="251">
                                            <p:txEl>
                                              <p:pRg st="0" end="0"/>
                                            </p:txEl>
                                          </p:spTgt>
                                        </p:tgtEl>
                                        <p:attrNameLst>
                                          <p:attrName>ppt_h</p:attrName>
                                        </p:attrNameLst>
                                      </p:cBhvr>
                                      <p:tavLst>
                                        <p:tav tm="0">
                                          <p:val>
                                            <p:strVal val="#ppt_h"/>
                                          </p:val>
                                        </p:tav>
                                        <p:tav tm="100000">
                                          <p:val>
                                            <p:strVal val="#ppt_h"/>
                                          </p:val>
                                        </p:tav>
                                      </p:tavLst>
                                    </p:anim>
                                  </p:childTnLst>
                                </p:cTn>
                              </p:par>
                              <p:par>
                                <p:cTn id="29" presetID="14" presetClass="entr" presetSubtype="10" fill="hold" nodeType="withEffect">
                                  <p:stCondLst>
                                    <p:cond delay="0"/>
                                  </p:stCondLst>
                                  <p:childTnLst>
                                    <p:set>
                                      <p:cBhvr>
                                        <p:cTn id="30" dur="1" fill="hold">
                                          <p:stCondLst>
                                            <p:cond delay="0"/>
                                          </p:stCondLst>
                                        </p:cTn>
                                        <p:tgtEl>
                                          <p:spTgt spid="257"/>
                                        </p:tgtEl>
                                        <p:attrNameLst>
                                          <p:attrName>style.visibility</p:attrName>
                                        </p:attrNameLst>
                                      </p:cBhvr>
                                      <p:to>
                                        <p:strVal val="visible"/>
                                      </p:to>
                                    </p:set>
                                    <p:animEffect transition="in" filter="randombar(horizontal)">
                                      <p:cBhvr>
                                        <p:cTn id="31" dur="750"/>
                                        <p:tgtEl>
                                          <p:spTgt spid="257"/>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256"/>
                                        </p:tgtEl>
                                        <p:attrNameLst>
                                          <p:attrName>style.visibility</p:attrName>
                                        </p:attrNameLst>
                                      </p:cBhvr>
                                      <p:to>
                                        <p:strVal val="visible"/>
                                      </p:to>
                                    </p:set>
                                    <p:animEffect transition="in" filter="fade">
                                      <p:cBhvr>
                                        <p:cTn id="34" dur="500"/>
                                        <p:tgtEl>
                                          <p:spTgt spid="256"/>
                                        </p:tgtEl>
                                      </p:cBhvr>
                                    </p:animEffect>
                                    <p:anim calcmode="lin" valueType="num">
                                      <p:cBhvr>
                                        <p:cTn id="35" dur="500" fill="hold"/>
                                        <p:tgtEl>
                                          <p:spTgt spid="256"/>
                                        </p:tgtEl>
                                        <p:attrNameLst>
                                          <p:attrName>ppt_x</p:attrName>
                                        </p:attrNameLst>
                                      </p:cBhvr>
                                      <p:tavLst>
                                        <p:tav tm="0">
                                          <p:val>
                                            <p:strVal val="#ppt_x"/>
                                          </p:val>
                                        </p:tav>
                                        <p:tav tm="100000">
                                          <p:val>
                                            <p:strVal val="#ppt_x"/>
                                          </p:val>
                                        </p:tav>
                                      </p:tavLst>
                                    </p:anim>
                                    <p:anim calcmode="lin" valueType="num">
                                      <p:cBhvr>
                                        <p:cTn id="36" dur="500" fill="hold"/>
                                        <p:tgtEl>
                                          <p:spTgt spid="25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55"/>
                                        </p:tgtEl>
                                        <p:attrNameLst>
                                          <p:attrName>style.visibility</p:attrName>
                                        </p:attrNameLst>
                                      </p:cBhvr>
                                      <p:to>
                                        <p:strVal val="visible"/>
                                      </p:to>
                                    </p:set>
                                    <p:animEffect transition="in" filter="fade">
                                      <p:cBhvr>
                                        <p:cTn id="39" dur="500"/>
                                        <p:tgtEl>
                                          <p:spTgt spid="255"/>
                                        </p:tgtEl>
                                      </p:cBhvr>
                                    </p:animEffect>
                                    <p:anim calcmode="lin" valueType="num">
                                      <p:cBhvr>
                                        <p:cTn id="40" dur="500" fill="hold"/>
                                        <p:tgtEl>
                                          <p:spTgt spid="255"/>
                                        </p:tgtEl>
                                        <p:attrNameLst>
                                          <p:attrName>ppt_x</p:attrName>
                                        </p:attrNameLst>
                                      </p:cBhvr>
                                      <p:tavLst>
                                        <p:tav tm="0">
                                          <p:val>
                                            <p:strVal val="#ppt_x"/>
                                          </p:val>
                                        </p:tav>
                                        <p:tav tm="100000">
                                          <p:val>
                                            <p:strVal val="#ppt_x"/>
                                          </p:val>
                                        </p:tav>
                                      </p:tavLst>
                                    </p:anim>
                                    <p:anim calcmode="lin" valueType="num">
                                      <p:cBhvr>
                                        <p:cTn id="41" dur="500" fill="hold"/>
                                        <p:tgtEl>
                                          <p:spTgt spid="25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52">
                                            <p:txEl>
                                              <p:pRg st="0" end="0"/>
                                            </p:txEl>
                                          </p:spTgt>
                                        </p:tgtEl>
                                        <p:attrNameLst>
                                          <p:attrName>style.visibility</p:attrName>
                                        </p:attrNameLst>
                                      </p:cBhvr>
                                      <p:to>
                                        <p:strVal val="visible"/>
                                      </p:to>
                                    </p:set>
                                    <p:animEffect transition="in" filter="wipe(down)">
                                      <p:cBhvr>
                                        <p:cTn id="46" dur="500"/>
                                        <p:tgtEl>
                                          <p:spTgt spid="252">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52">
                                            <p:txEl>
                                              <p:pRg st="1" end="1"/>
                                            </p:txEl>
                                          </p:spTgt>
                                        </p:tgtEl>
                                        <p:attrNameLst>
                                          <p:attrName>style.visibility</p:attrName>
                                        </p:attrNameLst>
                                      </p:cBhvr>
                                      <p:to>
                                        <p:strVal val="visible"/>
                                      </p:to>
                                    </p:set>
                                    <p:animEffect transition="in" filter="wipe(down)">
                                      <p:cBhvr>
                                        <p:cTn id="51" dur="500"/>
                                        <p:tgtEl>
                                          <p:spTgt spid="252">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52">
                                            <p:txEl>
                                              <p:pRg st="2" end="2"/>
                                            </p:txEl>
                                          </p:spTgt>
                                        </p:tgtEl>
                                        <p:attrNameLst>
                                          <p:attrName>style.visibility</p:attrName>
                                        </p:attrNameLst>
                                      </p:cBhvr>
                                      <p:to>
                                        <p:strVal val="visible"/>
                                      </p:to>
                                    </p:set>
                                    <p:animEffect transition="in" filter="wipe(down)">
                                      <p:cBhvr>
                                        <p:cTn id="56" dur="500"/>
                                        <p:tgtEl>
                                          <p:spTgt spid="25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build="p"/>
      <p:bldP spid="252" grpId="0" build="p"/>
      <p:bldP spid="253" grpId="0"/>
      <p:bldP spid="255" grpId="0" animBg="1"/>
      <p:bldP spid="25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idx="8"/>
          </p:nvPr>
        </p:nvSpPr>
        <p:spPr>
          <a:xfrm rot="20971120">
            <a:off x="453422" y="422143"/>
            <a:ext cx="2403900" cy="85445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400" dirty="0" smtClean="0"/>
              <a:t>Một số chuẩn quản lý CLPM</a:t>
            </a:r>
            <a:endParaRPr sz="2400" dirty="0"/>
          </a:p>
        </p:txBody>
      </p:sp>
      <p:sp>
        <p:nvSpPr>
          <p:cNvPr id="263" name="Google Shape;263;p36"/>
          <p:cNvSpPr/>
          <p:nvPr/>
        </p:nvSpPr>
        <p:spPr>
          <a:xfrm>
            <a:off x="1457809" y="1658863"/>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6"/>
          <p:cNvSpPr/>
          <p:nvPr/>
        </p:nvSpPr>
        <p:spPr>
          <a:xfrm>
            <a:off x="1499884" y="1639242"/>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6"/>
          <p:cNvSpPr txBox="1">
            <a:spLocks noGrp="1"/>
          </p:cNvSpPr>
          <p:nvPr>
            <p:ph type="title"/>
          </p:nvPr>
        </p:nvSpPr>
        <p:spPr>
          <a:xfrm>
            <a:off x="1822318" y="1474985"/>
            <a:ext cx="1584172" cy="754685"/>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vi-VN" dirty="0" smtClean="0"/>
              <a:t>ISO 9001 &amp; </a:t>
            </a:r>
            <a:br>
              <a:rPr lang="vi-VN" dirty="0" smtClean="0"/>
            </a:br>
            <a:r>
              <a:rPr lang="vi-VN" dirty="0" smtClean="0"/>
              <a:t>ISO 9000-3</a:t>
            </a:r>
            <a:endParaRPr dirty="0"/>
          </a:p>
        </p:txBody>
      </p:sp>
      <p:sp>
        <p:nvSpPr>
          <p:cNvPr id="279" name="Google Shape;279;p36"/>
          <p:cNvSpPr txBox="1">
            <a:spLocks noGrp="1"/>
          </p:cNvSpPr>
          <p:nvPr>
            <p:ph type="title" idx="6"/>
          </p:nvPr>
        </p:nvSpPr>
        <p:spPr>
          <a:xfrm>
            <a:off x="5513079" y="653055"/>
            <a:ext cx="24594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smtClean="0"/>
              <a:t>CMM &amp; CMMI</a:t>
            </a:r>
            <a:endParaRPr dirty="0"/>
          </a:p>
        </p:txBody>
      </p:sp>
      <p:sp>
        <p:nvSpPr>
          <p:cNvPr id="282" name="Google Shape;282;p36"/>
          <p:cNvSpPr/>
          <p:nvPr/>
        </p:nvSpPr>
        <p:spPr>
          <a:xfrm>
            <a:off x="5047333" y="779784"/>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6"/>
          <p:cNvSpPr/>
          <p:nvPr/>
        </p:nvSpPr>
        <p:spPr>
          <a:xfrm>
            <a:off x="5079263" y="767498"/>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50" name="Picture 2" descr="Các mức của mô hình CMM và các miền tiến trình then chố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4417" y="1356860"/>
            <a:ext cx="3692493" cy="250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Google Shape;279;p36"/>
          <p:cNvSpPr txBox="1">
            <a:spLocks noGrp="1"/>
          </p:cNvSpPr>
          <p:nvPr>
            <p:ph type="title" idx="6"/>
          </p:nvPr>
        </p:nvSpPr>
        <p:spPr>
          <a:xfrm>
            <a:off x="5335737" y="4079461"/>
            <a:ext cx="2814084"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1400" b="0" dirty="0" smtClean="0">
                <a:solidFill>
                  <a:schemeClr val="tx1"/>
                </a:solidFill>
              </a:rPr>
              <a:t>Các mức của mô hình CMM và các miền tiến trình then chốt</a:t>
            </a:r>
            <a:endParaRPr sz="1400" b="0" dirty="0">
              <a:solidFill>
                <a:schemeClr val="tx1"/>
              </a:solidFill>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130" y="2436995"/>
            <a:ext cx="3386324" cy="1886666"/>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62"/>
                                        </p:tgtEl>
                                        <p:attrNameLst>
                                          <p:attrName>style.visibility</p:attrName>
                                        </p:attrNameLst>
                                      </p:cBhvr>
                                      <p:to>
                                        <p:strVal val="visible"/>
                                      </p:to>
                                    </p:set>
                                    <p:animEffect transition="in" filter="wipe(down)">
                                      <p:cBhvr>
                                        <p:cTn id="7" dur="217">
                                          <p:stCondLst>
                                            <p:cond delay="0"/>
                                          </p:stCondLst>
                                        </p:cTn>
                                        <p:tgtEl>
                                          <p:spTgt spid="262"/>
                                        </p:tgtEl>
                                      </p:cBhvr>
                                    </p:animEffect>
                                    <p:anim calcmode="lin" valueType="num">
                                      <p:cBhvr>
                                        <p:cTn id="8" dur="683" tmFilter="0,0; 0.14,0.36; 0.43,0.73; 0.71,0.91; 1.0,1.0">
                                          <p:stCondLst>
                                            <p:cond delay="0"/>
                                          </p:stCondLst>
                                        </p:cTn>
                                        <p:tgtEl>
                                          <p:spTgt spid="262"/>
                                        </p:tgtEl>
                                        <p:attrNameLst>
                                          <p:attrName>ppt_x</p:attrName>
                                        </p:attrNameLst>
                                      </p:cBhvr>
                                      <p:tavLst>
                                        <p:tav tm="0">
                                          <p:val>
                                            <p:strVal val="#ppt_x-0.25"/>
                                          </p:val>
                                        </p:tav>
                                        <p:tav tm="100000">
                                          <p:val>
                                            <p:strVal val="#ppt_x"/>
                                          </p:val>
                                        </p:tav>
                                      </p:tavLst>
                                    </p:anim>
                                    <p:anim calcmode="lin" valueType="num">
                                      <p:cBhvr>
                                        <p:cTn id="9" dur="249" tmFilter="0.0,0.0; 0.25,0.07; 0.50,0.2; 0.75,0.467; 1.0,1.0">
                                          <p:stCondLst>
                                            <p:cond delay="0"/>
                                          </p:stCondLst>
                                        </p:cTn>
                                        <p:tgtEl>
                                          <p:spTgt spid="262"/>
                                        </p:tgtEl>
                                        <p:attrNameLst>
                                          <p:attrName>ppt_y</p:attrName>
                                        </p:attrNameLst>
                                      </p:cBhvr>
                                      <p:tavLst>
                                        <p:tav tm="0" fmla="#ppt_y-sin(pi*$)/3">
                                          <p:val>
                                            <p:fltVal val="0.5"/>
                                          </p:val>
                                        </p:tav>
                                        <p:tav tm="100000">
                                          <p:val>
                                            <p:fltVal val="1"/>
                                          </p:val>
                                        </p:tav>
                                      </p:tavLst>
                                    </p:anim>
                                    <p:anim calcmode="lin" valueType="num">
                                      <p:cBhvr>
                                        <p:cTn id="10" dur="249" tmFilter="0, 0; 0.125,0.2665; 0.25,0.4; 0.375,0.465; 0.5,0.5;  0.625,0.535; 0.75,0.6; 0.875,0.7335; 1,1">
                                          <p:stCondLst>
                                            <p:cond delay="249"/>
                                          </p:stCondLst>
                                        </p:cTn>
                                        <p:tgtEl>
                                          <p:spTgt spid="262"/>
                                        </p:tgtEl>
                                        <p:attrNameLst>
                                          <p:attrName>ppt_y</p:attrName>
                                        </p:attrNameLst>
                                      </p:cBhvr>
                                      <p:tavLst>
                                        <p:tav tm="0" fmla="#ppt_y-sin(pi*$)/9">
                                          <p:val>
                                            <p:fltVal val="0"/>
                                          </p:val>
                                        </p:tav>
                                        <p:tav tm="100000">
                                          <p:val>
                                            <p:fltVal val="1"/>
                                          </p:val>
                                        </p:tav>
                                      </p:tavLst>
                                    </p:anim>
                                    <p:anim calcmode="lin" valueType="num">
                                      <p:cBhvr>
                                        <p:cTn id="11" dur="124" tmFilter="0, 0; 0.125,0.2665; 0.25,0.4; 0.375,0.465; 0.5,0.5;  0.625,0.535; 0.75,0.6; 0.875,0.7335; 1,1">
                                          <p:stCondLst>
                                            <p:cond delay="497"/>
                                          </p:stCondLst>
                                        </p:cTn>
                                        <p:tgtEl>
                                          <p:spTgt spid="262"/>
                                        </p:tgtEl>
                                        <p:attrNameLst>
                                          <p:attrName>ppt_y</p:attrName>
                                        </p:attrNameLst>
                                      </p:cBhvr>
                                      <p:tavLst>
                                        <p:tav tm="0" fmla="#ppt_y-sin(pi*$)/27">
                                          <p:val>
                                            <p:fltVal val="0"/>
                                          </p:val>
                                        </p:tav>
                                        <p:tav tm="100000">
                                          <p:val>
                                            <p:fltVal val="1"/>
                                          </p:val>
                                        </p:tav>
                                      </p:tavLst>
                                    </p:anim>
                                    <p:anim calcmode="lin" valueType="num">
                                      <p:cBhvr>
                                        <p:cTn id="12" dur="62" tmFilter="0, 0; 0.125,0.2665; 0.25,0.4; 0.375,0.465; 0.5,0.5;  0.625,0.535; 0.75,0.6; 0.875,0.7335; 1,1">
                                          <p:stCondLst>
                                            <p:cond delay="621"/>
                                          </p:stCondLst>
                                        </p:cTn>
                                        <p:tgtEl>
                                          <p:spTgt spid="262"/>
                                        </p:tgtEl>
                                        <p:attrNameLst>
                                          <p:attrName>ppt_y</p:attrName>
                                        </p:attrNameLst>
                                      </p:cBhvr>
                                      <p:tavLst>
                                        <p:tav tm="0" fmla="#ppt_y-sin(pi*$)/81">
                                          <p:val>
                                            <p:fltVal val="0"/>
                                          </p:val>
                                        </p:tav>
                                        <p:tav tm="100000">
                                          <p:val>
                                            <p:fltVal val="1"/>
                                          </p:val>
                                        </p:tav>
                                      </p:tavLst>
                                    </p:anim>
                                    <p:animScale>
                                      <p:cBhvr>
                                        <p:cTn id="13" dur="10">
                                          <p:stCondLst>
                                            <p:cond delay="244"/>
                                          </p:stCondLst>
                                        </p:cTn>
                                        <p:tgtEl>
                                          <p:spTgt spid="262"/>
                                        </p:tgtEl>
                                      </p:cBhvr>
                                      <p:to x="100000" y="60000"/>
                                    </p:animScale>
                                    <p:animScale>
                                      <p:cBhvr>
                                        <p:cTn id="14" dur="62" decel="50000">
                                          <p:stCondLst>
                                            <p:cond delay="254"/>
                                          </p:stCondLst>
                                        </p:cTn>
                                        <p:tgtEl>
                                          <p:spTgt spid="262"/>
                                        </p:tgtEl>
                                      </p:cBhvr>
                                      <p:to x="100000" y="100000"/>
                                    </p:animScale>
                                    <p:animScale>
                                      <p:cBhvr>
                                        <p:cTn id="15" dur="10">
                                          <p:stCondLst>
                                            <p:cond delay="492"/>
                                          </p:stCondLst>
                                        </p:cTn>
                                        <p:tgtEl>
                                          <p:spTgt spid="262"/>
                                        </p:tgtEl>
                                      </p:cBhvr>
                                      <p:to x="100000" y="80000"/>
                                    </p:animScale>
                                    <p:animScale>
                                      <p:cBhvr>
                                        <p:cTn id="16" dur="62" decel="50000">
                                          <p:stCondLst>
                                            <p:cond delay="502"/>
                                          </p:stCondLst>
                                        </p:cTn>
                                        <p:tgtEl>
                                          <p:spTgt spid="262"/>
                                        </p:tgtEl>
                                      </p:cBhvr>
                                      <p:to x="100000" y="100000"/>
                                    </p:animScale>
                                    <p:animScale>
                                      <p:cBhvr>
                                        <p:cTn id="17" dur="10">
                                          <p:stCondLst>
                                            <p:cond delay="616"/>
                                          </p:stCondLst>
                                        </p:cTn>
                                        <p:tgtEl>
                                          <p:spTgt spid="262"/>
                                        </p:tgtEl>
                                      </p:cBhvr>
                                      <p:to x="100000" y="90000"/>
                                    </p:animScale>
                                    <p:animScale>
                                      <p:cBhvr>
                                        <p:cTn id="18" dur="62" decel="50000">
                                          <p:stCondLst>
                                            <p:cond delay="625"/>
                                          </p:stCondLst>
                                        </p:cTn>
                                        <p:tgtEl>
                                          <p:spTgt spid="262"/>
                                        </p:tgtEl>
                                      </p:cBhvr>
                                      <p:to x="100000" y="100000"/>
                                    </p:animScale>
                                    <p:animScale>
                                      <p:cBhvr>
                                        <p:cTn id="19" dur="10">
                                          <p:stCondLst>
                                            <p:cond delay="678"/>
                                          </p:stCondLst>
                                        </p:cTn>
                                        <p:tgtEl>
                                          <p:spTgt spid="262"/>
                                        </p:tgtEl>
                                      </p:cBhvr>
                                      <p:to x="100000" y="95000"/>
                                    </p:animScale>
                                    <p:animScale>
                                      <p:cBhvr>
                                        <p:cTn id="20" dur="62" decel="50000">
                                          <p:stCondLst>
                                            <p:cond delay="688"/>
                                          </p:stCondLst>
                                        </p:cTn>
                                        <p:tgtEl>
                                          <p:spTgt spid="26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63"/>
                                        </p:tgtEl>
                                        <p:attrNameLst>
                                          <p:attrName>style.visibility</p:attrName>
                                        </p:attrNameLst>
                                      </p:cBhvr>
                                      <p:to>
                                        <p:strVal val="visible"/>
                                      </p:to>
                                    </p:set>
                                    <p:animEffect transition="in" filter="fade">
                                      <p:cBhvr>
                                        <p:cTn id="25" dur="1000"/>
                                        <p:tgtEl>
                                          <p:spTgt spid="263"/>
                                        </p:tgtEl>
                                      </p:cBhvr>
                                    </p:animEffect>
                                    <p:anim calcmode="lin" valueType="num">
                                      <p:cBhvr>
                                        <p:cTn id="26" dur="1000" fill="hold"/>
                                        <p:tgtEl>
                                          <p:spTgt spid="263"/>
                                        </p:tgtEl>
                                        <p:attrNameLst>
                                          <p:attrName>ppt_x</p:attrName>
                                        </p:attrNameLst>
                                      </p:cBhvr>
                                      <p:tavLst>
                                        <p:tav tm="0">
                                          <p:val>
                                            <p:strVal val="#ppt_x"/>
                                          </p:val>
                                        </p:tav>
                                        <p:tav tm="100000">
                                          <p:val>
                                            <p:strVal val="#ppt_x"/>
                                          </p:val>
                                        </p:tav>
                                      </p:tavLst>
                                    </p:anim>
                                    <p:anim calcmode="lin" valueType="num">
                                      <p:cBhvr>
                                        <p:cTn id="27" dur="1000" fill="hold"/>
                                        <p:tgtEl>
                                          <p:spTgt spid="263"/>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272"/>
                                        </p:tgtEl>
                                        <p:attrNameLst>
                                          <p:attrName>style.visibility</p:attrName>
                                        </p:attrNameLst>
                                      </p:cBhvr>
                                      <p:to>
                                        <p:strVal val="visible"/>
                                      </p:to>
                                    </p:set>
                                    <p:animEffect transition="in" filter="fade">
                                      <p:cBhvr>
                                        <p:cTn id="30" dur="1000"/>
                                        <p:tgtEl>
                                          <p:spTgt spid="272"/>
                                        </p:tgtEl>
                                      </p:cBhvr>
                                    </p:animEffect>
                                    <p:anim calcmode="lin" valueType="num">
                                      <p:cBhvr>
                                        <p:cTn id="31" dur="1000" fill="hold"/>
                                        <p:tgtEl>
                                          <p:spTgt spid="272"/>
                                        </p:tgtEl>
                                        <p:attrNameLst>
                                          <p:attrName>ppt_x</p:attrName>
                                        </p:attrNameLst>
                                      </p:cBhvr>
                                      <p:tavLst>
                                        <p:tav tm="0">
                                          <p:val>
                                            <p:strVal val="#ppt_x"/>
                                          </p:val>
                                        </p:tav>
                                        <p:tav tm="100000">
                                          <p:val>
                                            <p:strVal val="#ppt_x"/>
                                          </p:val>
                                        </p:tav>
                                      </p:tavLst>
                                    </p:anim>
                                    <p:anim calcmode="lin" valueType="num">
                                      <p:cBhvr>
                                        <p:cTn id="32" dur="1000" fill="hold"/>
                                        <p:tgtEl>
                                          <p:spTgt spid="272"/>
                                        </p:tgtEl>
                                        <p:attrNameLst>
                                          <p:attrName>ppt_y</p:attrName>
                                        </p:attrNameLst>
                                      </p:cBhvr>
                                      <p:tavLst>
                                        <p:tav tm="0">
                                          <p:val>
                                            <p:strVal val="#ppt_y+.1"/>
                                          </p:val>
                                        </p:tav>
                                        <p:tav tm="100000">
                                          <p:val>
                                            <p:strVal val="#ppt_y"/>
                                          </p:val>
                                        </p:tav>
                                      </p:tavLst>
                                    </p:anim>
                                  </p:childTnLst>
                                </p:cTn>
                              </p:par>
                              <p:par>
                                <p:cTn id="33" presetID="53" presetClass="entr" presetSubtype="16" fill="hold" grpId="0" nodeType="withEffect">
                                  <p:stCondLst>
                                    <p:cond delay="0"/>
                                  </p:stCondLst>
                                  <p:childTnLst>
                                    <p:set>
                                      <p:cBhvr>
                                        <p:cTn id="34" dur="1" fill="hold">
                                          <p:stCondLst>
                                            <p:cond delay="0"/>
                                          </p:stCondLst>
                                        </p:cTn>
                                        <p:tgtEl>
                                          <p:spTgt spid="273"/>
                                        </p:tgtEl>
                                        <p:attrNameLst>
                                          <p:attrName>style.visibility</p:attrName>
                                        </p:attrNameLst>
                                      </p:cBhvr>
                                      <p:to>
                                        <p:strVal val="visible"/>
                                      </p:to>
                                    </p:set>
                                    <p:anim calcmode="lin" valueType="num">
                                      <p:cBhvr>
                                        <p:cTn id="35" dur="750" fill="hold"/>
                                        <p:tgtEl>
                                          <p:spTgt spid="273"/>
                                        </p:tgtEl>
                                        <p:attrNameLst>
                                          <p:attrName>ppt_w</p:attrName>
                                        </p:attrNameLst>
                                      </p:cBhvr>
                                      <p:tavLst>
                                        <p:tav tm="0">
                                          <p:val>
                                            <p:fltVal val="0"/>
                                          </p:val>
                                        </p:tav>
                                        <p:tav tm="100000">
                                          <p:val>
                                            <p:strVal val="#ppt_w"/>
                                          </p:val>
                                        </p:tav>
                                      </p:tavLst>
                                    </p:anim>
                                    <p:anim calcmode="lin" valueType="num">
                                      <p:cBhvr>
                                        <p:cTn id="36" dur="750" fill="hold"/>
                                        <p:tgtEl>
                                          <p:spTgt spid="273"/>
                                        </p:tgtEl>
                                        <p:attrNameLst>
                                          <p:attrName>ppt_h</p:attrName>
                                        </p:attrNameLst>
                                      </p:cBhvr>
                                      <p:tavLst>
                                        <p:tav tm="0">
                                          <p:val>
                                            <p:fltVal val="0"/>
                                          </p:val>
                                        </p:tav>
                                        <p:tav tm="100000">
                                          <p:val>
                                            <p:strVal val="#ppt_h"/>
                                          </p:val>
                                        </p:tav>
                                      </p:tavLst>
                                    </p:anim>
                                    <p:animEffect transition="in" filter="fade">
                                      <p:cBhvr>
                                        <p:cTn id="37" dur="750"/>
                                        <p:tgtEl>
                                          <p:spTgt spid="273"/>
                                        </p:tgtEl>
                                      </p:cBhvr>
                                    </p:animEffect>
                                  </p:childTnLst>
                                </p:cTn>
                              </p:par>
                              <p:par>
                                <p:cTn id="38" presetID="21" presetClass="entr" presetSubtype="1" fill="hold"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heel(1)">
                                      <p:cBhvr>
                                        <p:cTn id="40" dur="1000"/>
                                        <p:tgtEl>
                                          <p:spTgt spid="8"/>
                                        </p:tgtEl>
                                      </p:cBhvr>
                                    </p:animEffect>
                                  </p:childTnLst>
                                </p:cTn>
                              </p:par>
                              <p:par>
                                <p:cTn id="41" presetID="42" presetClass="entr" presetSubtype="0" fill="hold" grpId="0" nodeType="withEffect">
                                  <p:stCondLst>
                                    <p:cond delay="0"/>
                                  </p:stCondLst>
                                  <p:childTnLst>
                                    <p:set>
                                      <p:cBhvr>
                                        <p:cTn id="42" dur="1" fill="hold">
                                          <p:stCondLst>
                                            <p:cond delay="0"/>
                                          </p:stCondLst>
                                        </p:cTn>
                                        <p:tgtEl>
                                          <p:spTgt spid="282"/>
                                        </p:tgtEl>
                                        <p:attrNameLst>
                                          <p:attrName>style.visibility</p:attrName>
                                        </p:attrNameLst>
                                      </p:cBhvr>
                                      <p:to>
                                        <p:strVal val="visible"/>
                                      </p:to>
                                    </p:set>
                                    <p:animEffect transition="in" filter="fade">
                                      <p:cBhvr>
                                        <p:cTn id="43" dur="1000"/>
                                        <p:tgtEl>
                                          <p:spTgt spid="282"/>
                                        </p:tgtEl>
                                      </p:cBhvr>
                                    </p:animEffect>
                                    <p:anim calcmode="lin" valueType="num">
                                      <p:cBhvr>
                                        <p:cTn id="44" dur="1000" fill="hold"/>
                                        <p:tgtEl>
                                          <p:spTgt spid="282"/>
                                        </p:tgtEl>
                                        <p:attrNameLst>
                                          <p:attrName>ppt_x</p:attrName>
                                        </p:attrNameLst>
                                      </p:cBhvr>
                                      <p:tavLst>
                                        <p:tav tm="0">
                                          <p:val>
                                            <p:strVal val="#ppt_x"/>
                                          </p:val>
                                        </p:tav>
                                        <p:tav tm="100000">
                                          <p:val>
                                            <p:strVal val="#ppt_x"/>
                                          </p:val>
                                        </p:tav>
                                      </p:tavLst>
                                    </p:anim>
                                    <p:anim calcmode="lin" valueType="num">
                                      <p:cBhvr>
                                        <p:cTn id="45" dur="1000" fill="hold"/>
                                        <p:tgtEl>
                                          <p:spTgt spid="28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83"/>
                                        </p:tgtEl>
                                        <p:attrNameLst>
                                          <p:attrName>style.visibility</p:attrName>
                                        </p:attrNameLst>
                                      </p:cBhvr>
                                      <p:to>
                                        <p:strVal val="visible"/>
                                      </p:to>
                                    </p:set>
                                    <p:animEffect transition="in" filter="fade">
                                      <p:cBhvr>
                                        <p:cTn id="48" dur="1000"/>
                                        <p:tgtEl>
                                          <p:spTgt spid="283"/>
                                        </p:tgtEl>
                                      </p:cBhvr>
                                    </p:animEffect>
                                    <p:anim calcmode="lin" valueType="num">
                                      <p:cBhvr>
                                        <p:cTn id="49" dur="1000" fill="hold"/>
                                        <p:tgtEl>
                                          <p:spTgt spid="283"/>
                                        </p:tgtEl>
                                        <p:attrNameLst>
                                          <p:attrName>ppt_x</p:attrName>
                                        </p:attrNameLst>
                                      </p:cBhvr>
                                      <p:tavLst>
                                        <p:tav tm="0">
                                          <p:val>
                                            <p:strVal val="#ppt_x"/>
                                          </p:val>
                                        </p:tav>
                                        <p:tav tm="100000">
                                          <p:val>
                                            <p:strVal val="#ppt_x"/>
                                          </p:val>
                                        </p:tav>
                                      </p:tavLst>
                                    </p:anim>
                                    <p:anim calcmode="lin" valueType="num">
                                      <p:cBhvr>
                                        <p:cTn id="50" dur="1000" fill="hold"/>
                                        <p:tgtEl>
                                          <p:spTgt spid="283"/>
                                        </p:tgtEl>
                                        <p:attrNameLst>
                                          <p:attrName>ppt_y</p:attrName>
                                        </p:attrNameLst>
                                      </p:cBhvr>
                                      <p:tavLst>
                                        <p:tav tm="0">
                                          <p:val>
                                            <p:strVal val="#ppt_y+.1"/>
                                          </p:val>
                                        </p:tav>
                                        <p:tav tm="100000">
                                          <p:val>
                                            <p:strVal val="#ppt_y"/>
                                          </p:val>
                                        </p:tav>
                                      </p:tavLst>
                                    </p:anim>
                                  </p:childTnLst>
                                </p:cTn>
                              </p:par>
                              <p:par>
                                <p:cTn id="51" presetID="53" presetClass="entr" presetSubtype="16" fill="hold" grpId="0" nodeType="withEffect">
                                  <p:stCondLst>
                                    <p:cond delay="0"/>
                                  </p:stCondLst>
                                  <p:childTnLst>
                                    <p:set>
                                      <p:cBhvr>
                                        <p:cTn id="52" dur="1" fill="hold">
                                          <p:stCondLst>
                                            <p:cond delay="0"/>
                                          </p:stCondLst>
                                        </p:cTn>
                                        <p:tgtEl>
                                          <p:spTgt spid="279"/>
                                        </p:tgtEl>
                                        <p:attrNameLst>
                                          <p:attrName>style.visibility</p:attrName>
                                        </p:attrNameLst>
                                      </p:cBhvr>
                                      <p:to>
                                        <p:strVal val="visible"/>
                                      </p:to>
                                    </p:set>
                                    <p:anim calcmode="lin" valueType="num">
                                      <p:cBhvr>
                                        <p:cTn id="53" dur="500" fill="hold"/>
                                        <p:tgtEl>
                                          <p:spTgt spid="279"/>
                                        </p:tgtEl>
                                        <p:attrNameLst>
                                          <p:attrName>ppt_w</p:attrName>
                                        </p:attrNameLst>
                                      </p:cBhvr>
                                      <p:tavLst>
                                        <p:tav tm="0">
                                          <p:val>
                                            <p:fltVal val="0"/>
                                          </p:val>
                                        </p:tav>
                                        <p:tav tm="100000">
                                          <p:val>
                                            <p:strVal val="#ppt_w"/>
                                          </p:val>
                                        </p:tav>
                                      </p:tavLst>
                                    </p:anim>
                                    <p:anim calcmode="lin" valueType="num">
                                      <p:cBhvr>
                                        <p:cTn id="54" dur="500" fill="hold"/>
                                        <p:tgtEl>
                                          <p:spTgt spid="279"/>
                                        </p:tgtEl>
                                        <p:attrNameLst>
                                          <p:attrName>ppt_h</p:attrName>
                                        </p:attrNameLst>
                                      </p:cBhvr>
                                      <p:tavLst>
                                        <p:tav tm="0">
                                          <p:val>
                                            <p:fltVal val="0"/>
                                          </p:val>
                                        </p:tav>
                                        <p:tav tm="100000">
                                          <p:val>
                                            <p:strVal val="#ppt_h"/>
                                          </p:val>
                                        </p:tav>
                                      </p:tavLst>
                                    </p:anim>
                                    <p:animEffect transition="in" filter="fade">
                                      <p:cBhvr>
                                        <p:cTn id="55" dur="500"/>
                                        <p:tgtEl>
                                          <p:spTgt spid="279"/>
                                        </p:tgtEl>
                                      </p:cBhvr>
                                    </p:animEffect>
                                  </p:childTnLst>
                                </p:cTn>
                              </p:par>
                              <p:par>
                                <p:cTn id="56" presetID="6" presetClass="entr" presetSubtype="16" fill="hold" nodeType="withEffect">
                                  <p:stCondLst>
                                    <p:cond delay="0"/>
                                  </p:stCondLst>
                                  <p:childTnLst>
                                    <p:set>
                                      <p:cBhvr>
                                        <p:cTn id="57" dur="1" fill="hold">
                                          <p:stCondLst>
                                            <p:cond delay="0"/>
                                          </p:stCondLst>
                                        </p:cTn>
                                        <p:tgtEl>
                                          <p:spTgt spid="2050"/>
                                        </p:tgtEl>
                                        <p:attrNameLst>
                                          <p:attrName>style.visibility</p:attrName>
                                        </p:attrNameLst>
                                      </p:cBhvr>
                                      <p:to>
                                        <p:strVal val="visible"/>
                                      </p:to>
                                    </p:set>
                                    <p:animEffect transition="in" filter="circle(in)">
                                      <p:cBhvr>
                                        <p:cTn id="58" dur="750"/>
                                        <p:tgtEl>
                                          <p:spTgt spid="2050"/>
                                        </p:tgtEl>
                                      </p:cBhvr>
                                    </p:animEffect>
                                  </p:childTnLst>
                                </p:cTn>
                              </p:par>
                              <p:par>
                                <p:cTn id="59" presetID="42"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anim calcmode="lin" valueType="num">
                                      <p:cBhvr>
                                        <p:cTn id="62" dur="500" fill="hold"/>
                                        <p:tgtEl>
                                          <p:spTgt spid="31"/>
                                        </p:tgtEl>
                                        <p:attrNameLst>
                                          <p:attrName>ppt_x</p:attrName>
                                        </p:attrNameLst>
                                      </p:cBhvr>
                                      <p:tavLst>
                                        <p:tav tm="0">
                                          <p:val>
                                            <p:strVal val="#ppt_x"/>
                                          </p:val>
                                        </p:tav>
                                        <p:tav tm="100000">
                                          <p:val>
                                            <p:strVal val="#ppt_x"/>
                                          </p:val>
                                        </p:tav>
                                      </p:tavLst>
                                    </p:anim>
                                    <p:anim calcmode="lin" valueType="num">
                                      <p:cBhvr>
                                        <p:cTn id="63"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 grpId="0"/>
      <p:bldP spid="263" grpId="0" animBg="1"/>
      <p:bldP spid="272" grpId="0" animBg="1"/>
      <p:bldP spid="273" grpId="0"/>
      <p:bldP spid="279" grpId="0"/>
      <p:bldP spid="282" grpId="0" animBg="1"/>
      <p:bldP spid="283" grpId="0" animBg="1"/>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7"/>
          <p:cNvSpPr txBox="1">
            <a:spLocks noGrp="1"/>
          </p:cNvSpPr>
          <p:nvPr>
            <p:ph type="title" idx="6"/>
          </p:nvPr>
        </p:nvSpPr>
        <p:spPr>
          <a:xfrm rot="21186348">
            <a:off x="533691" y="527959"/>
            <a:ext cx="2676540" cy="48817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400" dirty="0" smtClean="0"/>
              <a:t>Tổng quan về Jira</a:t>
            </a:r>
            <a:endParaRPr sz="2400" dirty="0"/>
          </a:p>
        </p:txBody>
      </p:sp>
      <p:grpSp>
        <p:nvGrpSpPr>
          <p:cNvPr id="289" name="Google Shape;289;p37"/>
          <p:cNvGrpSpPr/>
          <p:nvPr/>
        </p:nvGrpSpPr>
        <p:grpSpPr>
          <a:xfrm>
            <a:off x="715651" y="1199352"/>
            <a:ext cx="3331456" cy="3328469"/>
            <a:chOff x="-331425" y="1579700"/>
            <a:chExt cx="1880250" cy="1905825"/>
          </a:xfrm>
        </p:grpSpPr>
        <p:sp>
          <p:nvSpPr>
            <p:cNvPr id="290" name="Google Shape;290;p37"/>
            <p:cNvSpPr/>
            <p:nvPr/>
          </p:nvSpPr>
          <p:spPr>
            <a:xfrm>
              <a:off x="-72650" y="1864050"/>
              <a:ext cx="1621475" cy="1621475"/>
            </a:xfrm>
            <a:custGeom>
              <a:avLst/>
              <a:gdLst/>
              <a:ahLst/>
              <a:cxnLst/>
              <a:rect l="l" t="t" r="r" b="b"/>
              <a:pathLst>
                <a:path w="64859" h="64859" extrusionOk="0">
                  <a:moveTo>
                    <a:pt x="7060" y="1"/>
                  </a:moveTo>
                  <a:lnTo>
                    <a:pt x="1" y="57794"/>
                  </a:lnTo>
                  <a:lnTo>
                    <a:pt x="57800" y="64858"/>
                  </a:lnTo>
                  <a:lnTo>
                    <a:pt x="64858" y="7060"/>
                  </a:lnTo>
                  <a:lnTo>
                    <a:pt x="58170" y="6238"/>
                  </a:lnTo>
                  <a:lnTo>
                    <a:pt x="58170" y="6238"/>
                  </a:lnTo>
                  <a:cubicBezTo>
                    <a:pt x="59249" y="7937"/>
                    <a:pt x="58324" y="10802"/>
                    <a:pt x="55874" y="10802"/>
                  </a:cubicBezTo>
                  <a:cubicBezTo>
                    <a:pt x="55742" y="10802"/>
                    <a:pt x="55605" y="10794"/>
                    <a:pt x="55465" y="10777"/>
                  </a:cubicBezTo>
                  <a:cubicBezTo>
                    <a:pt x="52716" y="10439"/>
                    <a:pt x="52395" y="7185"/>
                    <a:pt x="53935" y="5721"/>
                  </a:cubicBezTo>
                  <a:lnTo>
                    <a:pt x="48068" y="5008"/>
                  </a:lnTo>
                  <a:lnTo>
                    <a:pt x="48068" y="5008"/>
                  </a:lnTo>
                  <a:cubicBezTo>
                    <a:pt x="48897" y="6661"/>
                    <a:pt x="47978" y="9180"/>
                    <a:pt x="45724" y="9180"/>
                  </a:cubicBezTo>
                  <a:cubicBezTo>
                    <a:pt x="45596" y="9180"/>
                    <a:pt x="45463" y="9172"/>
                    <a:pt x="45325" y="9155"/>
                  </a:cubicBezTo>
                  <a:cubicBezTo>
                    <a:pt x="42784" y="8845"/>
                    <a:pt x="42397" y="5955"/>
                    <a:pt x="43671" y="4464"/>
                  </a:cubicBezTo>
                  <a:lnTo>
                    <a:pt x="37369" y="3702"/>
                  </a:lnTo>
                  <a:lnTo>
                    <a:pt x="37369" y="3702"/>
                  </a:lnTo>
                  <a:cubicBezTo>
                    <a:pt x="37603" y="3974"/>
                    <a:pt x="37782" y="4284"/>
                    <a:pt x="37907" y="4621"/>
                  </a:cubicBezTo>
                  <a:cubicBezTo>
                    <a:pt x="38098" y="5062"/>
                    <a:pt x="38169" y="5547"/>
                    <a:pt x="38109" y="6026"/>
                  </a:cubicBezTo>
                  <a:lnTo>
                    <a:pt x="37929" y="6728"/>
                  </a:lnTo>
                  <a:cubicBezTo>
                    <a:pt x="37487" y="7799"/>
                    <a:pt x="36466" y="8409"/>
                    <a:pt x="35415" y="8409"/>
                  </a:cubicBezTo>
                  <a:cubicBezTo>
                    <a:pt x="34849" y="8409"/>
                    <a:pt x="34274" y="8232"/>
                    <a:pt x="33777" y="7854"/>
                  </a:cubicBezTo>
                  <a:cubicBezTo>
                    <a:pt x="33472" y="7647"/>
                    <a:pt x="33211" y="7392"/>
                    <a:pt x="32998" y="7092"/>
                  </a:cubicBezTo>
                  <a:cubicBezTo>
                    <a:pt x="32558" y="6494"/>
                    <a:pt x="32340" y="5802"/>
                    <a:pt x="32432" y="5051"/>
                  </a:cubicBezTo>
                  <a:cubicBezTo>
                    <a:pt x="32519" y="4333"/>
                    <a:pt x="32884" y="3674"/>
                    <a:pt x="33450" y="3223"/>
                  </a:cubicBezTo>
                  <a:lnTo>
                    <a:pt x="26761" y="2406"/>
                  </a:lnTo>
                  <a:lnTo>
                    <a:pt x="26761" y="2406"/>
                  </a:lnTo>
                  <a:cubicBezTo>
                    <a:pt x="27618" y="4006"/>
                    <a:pt x="26733" y="6506"/>
                    <a:pt x="24519" y="6506"/>
                  </a:cubicBezTo>
                  <a:cubicBezTo>
                    <a:pt x="24398" y="6506"/>
                    <a:pt x="24273" y="6498"/>
                    <a:pt x="24144" y="6483"/>
                  </a:cubicBezTo>
                  <a:cubicBezTo>
                    <a:pt x="21662" y="6178"/>
                    <a:pt x="21303" y="3315"/>
                    <a:pt x="22587" y="1895"/>
                  </a:cubicBezTo>
                  <a:lnTo>
                    <a:pt x="17493" y="1274"/>
                  </a:lnTo>
                  <a:lnTo>
                    <a:pt x="17493" y="1274"/>
                  </a:lnTo>
                  <a:cubicBezTo>
                    <a:pt x="17536" y="1405"/>
                    <a:pt x="17564" y="1541"/>
                    <a:pt x="17585" y="1677"/>
                  </a:cubicBezTo>
                  <a:cubicBezTo>
                    <a:pt x="17607" y="2194"/>
                    <a:pt x="17651" y="2787"/>
                    <a:pt x="17389" y="3266"/>
                  </a:cubicBezTo>
                  <a:cubicBezTo>
                    <a:pt x="17134" y="3729"/>
                    <a:pt x="16927" y="4164"/>
                    <a:pt x="16464" y="4469"/>
                  </a:cubicBezTo>
                  <a:cubicBezTo>
                    <a:pt x="16002" y="4779"/>
                    <a:pt x="15577" y="5030"/>
                    <a:pt x="15011" y="5089"/>
                  </a:cubicBezTo>
                  <a:cubicBezTo>
                    <a:pt x="14876" y="5109"/>
                    <a:pt x="14739" y="5118"/>
                    <a:pt x="14603" y="5118"/>
                  </a:cubicBezTo>
                  <a:cubicBezTo>
                    <a:pt x="14237" y="5118"/>
                    <a:pt x="13872" y="5049"/>
                    <a:pt x="13531" y="4910"/>
                  </a:cubicBezTo>
                  <a:cubicBezTo>
                    <a:pt x="11838" y="4213"/>
                    <a:pt x="11256" y="2112"/>
                    <a:pt x="12355" y="648"/>
                  </a:cubicBezTo>
                  <a:lnTo>
                    <a:pt x="7060" y="1"/>
                  </a:ln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7"/>
            <p:cNvSpPr/>
            <p:nvPr/>
          </p:nvSpPr>
          <p:spPr>
            <a:xfrm>
              <a:off x="-82425" y="1854000"/>
              <a:ext cx="1621450" cy="1621725"/>
            </a:xfrm>
            <a:custGeom>
              <a:avLst/>
              <a:gdLst/>
              <a:ahLst/>
              <a:cxnLst/>
              <a:rect l="l" t="t" r="r" b="b"/>
              <a:pathLst>
                <a:path w="64858" h="64869" extrusionOk="0">
                  <a:moveTo>
                    <a:pt x="7064" y="0"/>
                  </a:moveTo>
                  <a:lnTo>
                    <a:pt x="0" y="57810"/>
                  </a:lnTo>
                  <a:lnTo>
                    <a:pt x="57799" y="64868"/>
                  </a:lnTo>
                  <a:lnTo>
                    <a:pt x="64857" y="7064"/>
                  </a:lnTo>
                  <a:lnTo>
                    <a:pt x="58169" y="6248"/>
                  </a:lnTo>
                  <a:lnTo>
                    <a:pt x="58169" y="6248"/>
                  </a:lnTo>
                  <a:cubicBezTo>
                    <a:pt x="59248" y="7947"/>
                    <a:pt x="58323" y="10812"/>
                    <a:pt x="55873" y="10812"/>
                  </a:cubicBezTo>
                  <a:cubicBezTo>
                    <a:pt x="55741" y="10812"/>
                    <a:pt x="55605" y="10804"/>
                    <a:pt x="55464" y="10787"/>
                  </a:cubicBezTo>
                  <a:cubicBezTo>
                    <a:pt x="52715" y="10449"/>
                    <a:pt x="52394" y="7195"/>
                    <a:pt x="53935" y="5731"/>
                  </a:cubicBezTo>
                  <a:lnTo>
                    <a:pt x="48068" y="5018"/>
                  </a:lnTo>
                  <a:lnTo>
                    <a:pt x="48068" y="5018"/>
                  </a:lnTo>
                  <a:cubicBezTo>
                    <a:pt x="48897" y="6671"/>
                    <a:pt x="47982" y="9190"/>
                    <a:pt x="45724" y="9190"/>
                  </a:cubicBezTo>
                  <a:cubicBezTo>
                    <a:pt x="45595" y="9190"/>
                    <a:pt x="45462" y="9182"/>
                    <a:pt x="45325" y="9165"/>
                  </a:cubicBezTo>
                  <a:cubicBezTo>
                    <a:pt x="42783" y="8849"/>
                    <a:pt x="42397" y="5965"/>
                    <a:pt x="43670" y="4474"/>
                  </a:cubicBezTo>
                  <a:lnTo>
                    <a:pt x="37368" y="3701"/>
                  </a:lnTo>
                  <a:lnTo>
                    <a:pt x="37368" y="3701"/>
                  </a:lnTo>
                  <a:cubicBezTo>
                    <a:pt x="37602" y="3973"/>
                    <a:pt x="37781" y="4289"/>
                    <a:pt x="37907" y="4621"/>
                  </a:cubicBezTo>
                  <a:cubicBezTo>
                    <a:pt x="38097" y="5061"/>
                    <a:pt x="38168" y="5551"/>
                    <a:pt x="38108" y="6025"/>
                  </a:cubicBezTo>
                  <a:cubicBezTo>
                    <a:pt x="38048" y="6264"/>
                    <a:pt x="37988" y="6498"/>
                    <a:pt x="37928" y="6732"/>
                  </a:cubicBezTo>
                  <a:cubicBezTo>
                    <a:pt x="37486" y="7801"/>
                    <a:pt x="36463" y="8410"/>
                    <a:pt x="35412" y="8410"/>
                  </a:cubicBezTo>
                  <a:cubicBezTo>
                    <a:pt x="34846" y="8410"/>
                    <a:pt x="34272" y="8234"/>
                    <a:pt x="33776" y="7859"/>
                  </a:cubicBezTo>
                  <a:cubicBezTo>
                    <a:pt x="33471" y="7652"/>
                    <a:pt x="33210" y="7396"/>
                    <a:pt x="32998" y="7097"/>
                  </a:cubicBezTo>
                  <a:cubicBezTo>
                    <a:pt x="32557" y="6498"/>
                    <a:pt x="32339" y="5802"/>
                    <a:pt x="32432" y="5056"/>
                  </a:cubicBezTo>
                  <a:cubicBezTo>
                    <a:pt x="32519" y="4332"/>
                    <a:pt x="32889" y="3679"/>
                    <a:pt x="33455" y="3222"/>
                  </a:cubicBezTo>
                  <a:lnTo>
                    <a:pt x="26766" y="2406"/>
                  </a:lnTo>
                  <a:lnTo>
                    <a:pt x="26766" y="2406"/>
                  </a:lnTo>
                  <a:cubicBezTo>
                    <a:pt x="27623" y="4005"/>
                    <a:pt x="26737" y="6505"/>
                    <a:pt x="24523" y="6505"/>
                  </a:cubicBezTo>
                  <a:cubicBezTo>
                    <a:pt x="24402" y="6505"/>
                    <a:pt x="24277" y="6497"/>
                    <a:pt x="24148" y="6482"/>
                  </a:cubicBezTo>
                  <a:cubicBezTo>
                    <a:pt x="21666" y="6177"/>
                    <a:pt x="21307" y="3320"/>
                    <a:pt x="22592" y="1899"/>
                  </a:cubicBezTo>
                  <a:lnTo>
                    <a:pt x="17497" y="1274"/>
                  </a:lnTo>
                  <a:lnTo>
                    <a:pt x="17497" y="1274"/>
                  </a:lnTo>
                  <a:cubicBezTo>
                    <a:pt x="17541" y="1410"/>
                    <a:pt x="17568" y="1540"/>
                    <a:pt x="17590" y="1676"/>
                  </a:cubicBezTo>
                  <a:cubicBezTo>
                    <a:pt x="17612" y="2193"/>
                    <a:pt x="17655" y="2787"/>
                    <a:pt x="17394" y="3265"/>
                  </a:cubicBezTo>
                  <a:cubicBezTo>
                    <a:pt x="17138" y="3728"/>
                    <a:pt x="16931" y="4163"/>
                    <a:pt x="16469" y="4474"/>
                  </a:cubicBezTo>
                  <a:cubicBezTo>
                    <a:pt x="16006" y="4778"/>
                    <a:pt x="15582" y="5029"/>
                    <a:pt x="15016" y="5089"/>
                  </a:cubicBezTo>
                  <a:cubicBezTo>
                    <a:pt x="14879" y="5110"/>
                    <a:pt x="14741" y="5120"/>
                    <a:pt x="14604" y="5120"/>
                  </a:cubicBezTo>
                  <a:cubicBezTo>
                    <a:pt x="14238" y="5120"/>
                    <a:pt x="13875" y="5047"/>
                    <a:pt x="13535" y="4909"/>
                  </a:cubicBezTo>
                  <a:cubicBezTo>
                    <a:pt x="11843" y="4218"/>
                    <a:pt x="11260" y="2112"/>
                    <a:pt x="12360" y="648"/>
                  </a:cubicBezTo>
                  <a:lnTo>
                    <a:pt x="7064" y="0"/>
                  </a:lnTo>
                  <a:close/>
                </a:path>
              </a:pathLst>
            </a:custGeom>
            <a:solidFill>
              <a:schemeClr val="accent1"/>
            </a:solidFill>
            <a:ln>
              <a:noFill/>
            </a:ln>
            <a:effectLst>
              <a:outerShdw blurRad="42863" dist="38100" dir="21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7"/>
            <p:cNvSpPr/>
            <p:nvPr/>
          </p:nvSpPr>
          <p:spPr>
            <a:xfrm>
              <a:off x="-331425" y="1579700"/>
              <a:ext cx="1101300" cy="649025"/>
            </a:xfrm>
            <a:custGeom>
              <a:avLst/>
              <a:gdLst/>
              <a:ahLst/>
              <a:cxnLst/>
              <a:rect l="l" t="t" r="r" b="b"/>
              <a:pathLst>
                <a:path w="44052" h="25961" extrusionOk="0">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 name="Google Shape;293;p37"/>
          <p:cNvSpPr txBox="1">
            <a:spLocks noGrp="1"/>
          </p:cNvSpPr>
          <p:nvPr>
            <p:ph type="body" idx="4294967295"/>
          </p:nvPr>
        </p:nvSpPr>
        <p:spPr>
          <a:xfrm rot="390862">
            <a:off x="1361574" y="2302613"/>
            <a:ext cx="2463427" cy="1618557"/>
          </a:xfrm>
          <a:prstGeom prst="rect">
            <a:avLst/>
          </a:prstGeom>
        </p:spPr>
        <p:txBody>
          <a:bodyPr spcFirstLastPara="1" wrap="square" lIns="91425" tIns="91425" rIns="91425" bIns="91425" anchor="t" anchorCtr="0">
            <a:noAutofit/>
          </a:bodyPr>
          <a:lstStyle/>
          <a:p>
            <a:pPr marL="0" lvl="0" indent="0">
              <a:spcAft>
                <a:spcPts val="1600"/>
              </a:spcAft>
              <a:buNone/>
            </a:pPr>
            <a:r>
              <a:rPr lang="vi-VN" sz="1400" dirty="0"/>
              <a:t>Jira là một ứng dụng phần mềm được sử dụng để theo dõi và quản lý lỗi hay các vấn đề phát sinh trong mỗi dự án của tổ chức. </a:t>
            </a:r>
            <a:endParaRPr sz="1400" dirty="0">
              <a:solidFill>
                <a:schemeClr val="dk2"/>
              </a:solidFill>
            </a:endParaRPr>
          </a:p>
        </p:txBody>
      </p:sp>
      <p:sp>
        <p:nvSpPr>
          <p:cNvPr id="295" name="Google Shape;295;p37"/>
          <p:cNvSpPr txBox="1">
            <a:spLocks noGrp="1"/>
          </p:cNvSpPr>
          <p:nvPr>
            <p:ph type="subTitle" idx="1"/>
          </p:nvPr>
        </p:nvSpPr>
        <p:spPr>
          <a:xfrm>
            <a:off x="5935642" y="1022958"/>
            <a:ext cx="2333100" cy="8212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vi-VN" dirty="0" smtClean="0"/>
              <a:t>Phát triển bởi công ty phần mềm Atlassian</a:t>
            </a:r>
            <a:endParaRPr dirty="0"/>
          </a:p>
        </p:txBody>
      </p:sp>
      <p:sp>
        <p:nvSpPr>
          <p:cNvPr id="297" name="Google Shape;297;p37"/>
          <p:cNvSpPr txBox="1">
            <a:spLocks noGrp="1"/>
          </p:cNvSpPr>
          <p:nvPr>
            <p:ph type="subTitle" idx="3"/>
          </p:nvPr>
        </p:nvSpPr>
        <p:spPr>
          <a:xfrm>
            <a:off x="5935642" y="2250761"/>
            <a:ext cx="2333100" cy="837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Hoạt động dựa vào trọng tâm là kết quả công việc</a:t>
            </a:r>
            <a:endParaRPr dirty="0"/>
          </a:p>
        </p:txBody>
      </p:sp>
      <p:sp>
        <p:nvSpPr>
          <p:cNvPr id="299" name="Google Shape;299;p37"/>
          <p:cNvSpPr txBox="1">
            <a:spLocks noGrp="1"/>
          </p:cNvSpPr>
          <p:nvPr>
            <p:ph type="subTitle" idx="5"/>
          </p:nvPr>
        </p:nvSpPr>
        <p:spPr>
          <a:xfrm>
            <a:off x="5935642" y="3453092"/>
            <a:ext cx="2333100" cy="80452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vi-VN" dirty="0" smtClean="0"/>
              <a:t>Dễ dàng sử dụng, linh hoạt trong công việc</a:t>
            </a:r>
            <a:endParaRPr dirty="0"/>
          </a:p>
        </p:txBody>
      </p:sp>
      <p:grpSp>
        <p:nvGrpSpPr>
          <p:cNvPr id="300" name="Google Shape;300;p37"/>
          <p:cNvGrpSpPr/>
          <p:nvPr/>
        </p:nvGrpSpPr>
        <p:grpSpPr>
          <a:xfrm>
            <a:off x="5172077" y="1048595"/>
            <a:ext cx="611754" cy="643200"/>
            <a:chOff x="1183375" y="2536600"/>
            <a:chExt cx="1060600" cy="1114925"/>
          </a:xfrm>
        </p:grpSpPr>
        <p:sp>
          <p:nvSpPr>
            <p:cNvPr id="301" name="Google Shape;301;p37"/>
            <p:cNvSpPr/>
            <p:nvPr/>
          </p:nvSpPr>
          <p:spPr>
            <a:xfrm>
              <a:off x="1393275" y="2759625"/>
              <a:ext cx="850700" cy="891900"/>
            </a:xfrm>
            <a:custGeom>
              <a:avLst/>
              <a:gdLst/>
              <a:ahLst/>
              <a:cxnLst/>
              <a:rect l="l" t="t" r="r" b="b"/>
              <a:pathLst>
                <a:path w="34028" h="35676" extrusionOk="0">
                  <a:moveTo>
                    <a:pt x="7050" y="3261"/>
                  </a:moveTo>
                  <a:cubicBezTo>
                    <a:pt x="5550" y="4510"/>
                    <a:pt x="4275" y="6086"/>
                    <a:pt x="3456" y="7646"/>
                  </a:cubicBezTo>
                  <a:cubicBezTo>
                    <a:pt x="1581" y="11215"/>
                    <a:pt x="2769" y="16037"/>
                    <a:pt x="5426" y="19346"/>
                  </a:cubicBezTo>
                  <a:cubicBezTo>
                    <a:pt x="5373" y="19294"/>
                    <a:pt x="5318" y="19243"/>
                    <a:pt x="5266" y="19190"/>
                  </a:cubicBezTo>
                  <a:cubicBezTo>
                    <a:pt x="3529" y="17393"/>
                    <a:pt x="2597" y="14904"/>
                    <a:pt x="2490" y="12427"/>
                  </a:cubicBezTo>
                  <a:cubicBezTo>
                    <a:pt x="2328" y="8626"/>
                    <a:pt x="4066" y="5198"/>
                    <a:pt x="7050" y="3261"/>
                  </a:cubicBezTo>
                  <a:close/>
                  <a:moveTo>
                    <a:pt x="12872" y="1594"/>
                  </a:moveTo>
                  <a:cubicBezTo>
                    <a:pt x="17362" y="1594"/>
                    <a:pt x="21289" y="4320"/>
                    <a:pt x="23215" y="8558"/>
                  </a:cubicBezTo>
                  <a:cubicBezTo>
                    <a:pt x="24531" y="11450"/>
                    <a:pt x="24911" y="14570"/>
                    <a:pt x="25312" y="17686"/>
                  </a:cubicBezTo>
                  <a:cubicBezTo>
                    <a:pt x="25632" y="20187"/>
                    <a:pt x="26126" y="22619"/>
                    <a:pt x="27636" y="24638"/>
                  </a:cubicBezTo>
                  <a:cubicBezTo>
                    <a:pt x="27210" y="25057"/>
                    <a:pt x="26813" y="25609"/>
                    <a:pt x="26440" y="26086"/>
                  </a:cubicBezTo>
                  <a:cubicBezTo>
                    <a:pt x="24902" y="23863"/>
                    <a:pt x="23078" y="21809"/>
                    <a:pt x="21412" y="19679"/>
                  </a:cubicBezTo>
                  <a:cubicBezTo>
                    <a:pt x="19699" y="17487"/>
                    <a:pt x="18109" y="14675"/>
                    <a:pt x="15926" y="12927"/>
                  </a:cubicBezTo>
                  <a:cubicBezTo>
                    <a:pt x="15858" y="12873"/>
                    <a:pt x="15784" y="12849"/>
                    <a:pt x="15714" y="12849"/>
                  </a:cubicBezTo>
                  <a:cubicBezTo>
                    <a:pt x="15506" y="12849"/>
                    <a:pt x="15331" y="13055"/>
                    <a:pt x="15448" y="13295"/>
                  </a:cubicBezTo>
                  <a:cubicBezTo>
                    <a:pt x="16616" y="15684"/>
                    <a:pt x="18827" y="17675"/>
                    <a:pt x="20505" y="19712"/>
                  </a:cubicBezTo>
                  <a:cubicBezTo>
                    <a:pt x="22338" y="21940"/>
                    <a:pt x="24054" y="24326"/>
                    <a:pt x="26013" y="26442"/>
                  </a:cubicBezTo>
                  <a:cubicBezTo>
                    <a:pt x="26037" y="26468"/>
                    <a:pt x="26065" y="26488"/>
                    <a:pt x="26097" y="26503"/>
                  </a:cubicBezTo>
                  <a:lnTo>
                    <a:pt x="26096" y="26504"/>
                  </a:lnTo>
                  <a:cubicBezTo>
                    <a:pt x="25736" y="26915"/>
                    <a:pt x="25293" y="27348"/>
                    <a:pt x="24854" y="27802"/>
                  </a:cubicBezTo>
                  <a:cubicBezTo>
                    <a:pt x="24840" y="27734"/>
                    <a:pt x="24803" y="27675"/>
                    <a:pt x="24747" y="27632"/>
                  </a:cubicBezTo>
                  <a:cubicBezTo>
                    <a:pt x="23632" y="26743"/>
                    <a:pt x="22473" y="25958"/>
                    <a:pt x="21485" y="24915"/>
                  </a:cubicBezTo>
                  <a:cubicBezTo>
                    <a:pt x="20557" y="23934"/>
                    <a:pt x="19757" y="22841"/>
                    <a:pt x="18913" y="21790"/>
                  </a:cubicBezTo>
                  <a:cubicBezTo>
                    <a:pt x="17213" y="19678"/>
                    <a:pt x="15464" y="17264"/>
                    <a:pt x="13199" y="15723"/>
                  </a:cubicBezTo>
                  <a:cubicBezTo>
                    <a:pt x="13148" y="15688"/>
                    <a:pt x="13091" y="15673"/>
                    <a:pt x="13036" y="15673"/>
                  </a:cubicBezTo>
                  <a:cubicBezTo>
                    <a:pt x="12787" y="15673"/>
                    <a:pt x="12543" y="15976"/>
                    <a:pt x="12717" y="16206"/>
                  </a:cubicBezTo>
                  <a:cubicBezTo>
                    <a:pt x="14441" y="18486"/>
                    <a:pt x="16715" y="20352"/>
                    <a:pt x="18522" y="22581"/>
                  </a:cubicBezTo>
                  <a:cubicBezTo>
                    <a:pt x="20195" y="24645"/>
                    <a:pt x="21902" y="26941"/>
                    <a:pt x="24320" y="28186"/>
                  </a:cubicBezTo>
                  <a:cubicBezTo>
                    <a:pt x="24364" y="28208"/>
                    <a:pt x="24412" y="28221"/>
                    <a:pt x="24461" y="28221"/>
                  </a:cubicBezTo>
                  <a:cubicBezTo>
                    <a:pt x="24065" y="28658"/>
                    <a:pt x="23695" y="29112"/>
                    <a:pt x="23428" y="29587"/>
                  </a:cubicBezTo>
                  <a:cubicBezTo>
                    <a:pt x="21392" y="26023"/>
                    <a:pt x="16324" y="24531"/>
                    <a:pt x="12758" y="23278"/>
                  </a:cubicBezTo>
                  <a:cubicBezTo>
                    <a:pt x="11285" y="22760"/>
                    <a:pt x="9776" y="22205"/>
                    <a:pt x="8379" y="21462"/>
                  </a:cubicBezTo>
                  <a:cubicBezTo>
                    <a:pt x="4075" y="18540"/>
                    <a:pt x="1276" y="12017"/>
                    <a:pt x="4103" y="7401"/>
                  </a:cubicBezTo>
                  <a:cubicBezTo>
                    <a:pt x="5380" y="5314"/>
                    <a:pt x="7446" y="3169"/>
                    <a:pt x="9759" y="2031"/>
                  </a:cubicBezTo>
                  <a:cubicBezTo>
                    <a:pt x="10018" y="1957"/>
                    <a:pt x="10281" y="1890"/>
                    <a:pt x="10551" y="1834"/>
                  </a:cubicBezTo>
                  <a:cubicBezTo>
                    <a:pt x="11336" y="1672"/>
                    <a:pt x="12112" y="1594"/>
                    <a:pt x="12872" y="1594"/>
                  </a:cubicBezTo>
                  <a:close/>
                  <a:moveTo>
                    <a:pt x="29133" y="26040"/>
                  </a:moveTo>
                  <a:cubicBezTo>
                    <a:pt x="29564" y="26323"/>
                    <a:pt x="29961" y="26654"/>
                    <a:pt x="30318" y="27026"/>
                  </a:cubicBezTo>
                  <a:cubicBezTo>
                    <a:pt x="29283" y="27507"/>
                    <a:pt x="28326" y="28252"/>
                    <a:pt x="27387" y="28869"/>
                  </a:cubicBezTo>
                  <a:cubicBezTo>
                    <a:pt x="26859" y="29217"/>
                    <a:pt x="26292" y="29555"/>
                    <a:pt x="25748" y="29924"/>
                  </a:cubicBezTo>
                  <a:cubicBezTo>
                    <a:pt x="26169" y="29433"/>
                    <a:pt x="26578" y="28931"/>
                    <a:pt x="26993" y="28463"/>
                  </a:cubicBezTo>
                  <a:cubicBezTo>
                    <a:pt x="27709" y="27658"/>
                    <a:pt x="28423" y="26849"/>
                    <a:pt x="29133" y="26040"/>
                  </a:cubicBezTo>
                  <a:close/>
                  <a:moveTo>
                    <a:pt x="28241" y="25335"/>
                  </a:moveTo>
                  <a:cubicBezTo>
                    <a:pt x="28315" y="25383"/>
                    <a:pt x="28401" y="25413"/>
                    <a:pt x="28490" y="25419"/>
                  </a:cubicBezTo>
                  <a:cubicBezTo>
                    <a:pt x="28464" y="25502"/>
                    <a:pt x="28470" y="25592"/>
                    <a:pt x="28527" y="25664"/>
                  </a:cubicBezTo>
                  <a:cubicBezTo>
                    <a:pt x="27790" y="26500"/>
                    <a:pt x="27057" y="27339"/>
                    <a:pt x="26325" y="28180"/>
                  </a:cubicBezTo>
                  <a:cubicBezTo>
                    <a:pt x="25623" y="28987"/>
                    <a:pt x="24828" y="29774"/>
                    <a:pt x="24179" y="30643"/>
                  </a:cubicBezTo>
                  <a:cubicBezTo>
                    <a:pt x="24054" y="30542"/>
                    <a:pt x="23927" y="30447"/>
                    <a:pt x="23798" y="30352"/>
                  </a:cubicBezTo>
                  <a:lnTo>
                    <a:pt x="23797" y="30352"/>
                  </a:lnTo>
                  <a:cubicBezTo>
                    <a:pt x="23778" y="30306"/>
                    <a:pt x="23761" y="30258"/>
                    <a:pt x="23740" y="30212"/>
                  </a:cubicBezTo>
                  <a:cubicBezTo>
                    <a:pt x="24654" y="29614"/>
                    <a:pt x="25367" y="28535"/>
                    <a:pt x="26069" y="27753"/>
                  </a:cubicBezTo>
                  <a:lnTo>
                    <a:pt x="27428" y="26241"/>
                  </a:lnTo>
                  <a:cubicBezTo>
                    <a:pt x="27630" y="26017"/>
                    <a:pt x="27830" y="25793"/>
                    <a:pt x="28032" y="25569"/>
                  </a:cubicBezTo>
                  <a:cubicBezTo>
                    <a:pt x="28101" y="25491"/>
                    <a:pt x="28172" y="25413"/>
                    <a:pt x="28241" y="25335"/>
                  </a:cubicBezTo>
                  <a:close/>
                  <a:moveTo>
                    <a:pt x="30826" y="27651"/>
                  </a:moveTo>
                  <a:cubicBezTo>
                    <a:pt x="30961" y="27858"/>
                    <a:pt x="31094" y="28068"/>
                    <a:pt x="31226" y="28280"/>
                  </a:cubicBezTo>
                  <a:cubicBezTo>
                    <a:pt x="30178" y="28962"/>
                    <a:pt x="29152" y="29677"/>
                    <a:pt x="28117" y="30379"/>
                  </a:cubicBezTo>
                  <a:cubicBezTo>
                    <a:pt x="27342" y="30905"/>
                    <a:pt x="26523" y="31406"/>
                    <a:pt x="25798" y="32010"/>
                  </a:cubicBezTo>
                  <a:cubicBezTo>
                    <a:pt x="25513" y="31764"/>
                    <a:pt x="25227" y="31514"/>
                    <a:pt x="24937" y="31265"/>
                  </a:cubicBezTo>
                  <a:cubicBezTo>
                    <a:pt x="25953" y="30849"/>
                    <a:pt x="26898" y="30175"/>
                    <a:pt x="27818" y="29608"/>
                  </a:cubicBezTo>
                  <a:cubicBezTo>
                    <a:pt x="28809" y="28997"/>
                    <a:pt x="29939" y="28426"/>
                    <a:pt x="30826" y="27651"/>
                  </a:cubicBezTo>
                  <a:close/>
                  <a:moveTo>
                    <a:pt x="31618" y="29042"/>
                  </a:moveTo>
                  <a:cubicBezTo>
                    <a:pt x="31638" y="29052"/>
                    <a:pt x="31652" y="29066"/>
                    <a:pt x="31674" y="29073"/>
                  </a:cubicBezTo>
                  <a:lnTo>
                    <a:pt x="31696" y="29078"/>
                  </a:lnTo>
                  <a:cubicBezTo>
                    <a:pt x="31983" y="29745"/>
                    <a:pt x="32137" y="30443"/>
                    <a:pt x="32111" y="31120"/>
                  </a:cubicBezTo>
                  <a:cubicBezTo>
                    <a:pt x="31133" y="31435"/>
                    <a:pt x="30224" y="31985"/>
                    <a:pt x="29308" y="32447"/>
                  </a:cubicBezTo>
                  <a:cubicBezTo>
                    <a:pt x="28689" y="32760"/>
                    <a:pt x="28039" y="33048"/>
                    <a:pt x="27443" y="33412"/>
                  </a:cubicBezTo>
                  <a:cubicBezTo>
                    <a:pt x="27080" y="33118"/>
                    <a:pt x="26731" y="32805"/>
                    <a:pt x="26382" y="32506"/>
                  </a:cubicBezTo>
                  <a:lnTo>
                    <a:pt x="26381" y="32505"/>
                  </a:lnTo>
                  <a:cubicBezTo>
                    <a:pt x="27135" y="32098"/>
                    <a:pt x="27845" y="31602"/>
                    <a:pt x="28563" y="31140"/>
                  </a:cubicBezTo>
                  <a:lnTo>
                    <a:pt x="30290" y="30028"/>
                  </a:lnTo>
                  <a:lnTo>
                    <a:pt x="31154" y="29471"/>
                  </a:lnTo>
                  <a:cubicBezTo>
                    <a:pt x="31460" y="29395"/>
                    <a:pt x="31612" y="29252"/>
                    <a:pt x="31618" y="29042"/>
                  </a:cubicBezTo>
                  <a:close/>
                  <a:moveTo>
                    <a:pt x="31974" y="31968"/>
                  </a:moveTo>
                  <a:lnTo>
                    <a:pt x="31974" y="31968"/>
                  </a:lnTo>
                  <a:cubicBezTo>
                    <a:pt x="31753" y="32724"/>
                    <a:pt x="31259" y="33426"/>
                    <a:pt x="30408" y="33994"/>
                  </a:cubicBezTo>
                  <a:lnTo>
                    <a:pt x="30407" y="33994"/>
                  </a:lnTo>
                  <a:cubicBezTo>
                    <a:pt x="30206" y="34129"/>
                    <a:pt x="30130" y="34322"/>
                    <a:pt x="30138" y="34510"/>
                  </a:cubicBezTo>
                  <a:cubicBezTo>
                    <a:pt x="30126" y="34519"/>
                    <a:pt x="30113" y="34524"/>
                    <a:pt x="30101" y="34531"/>
                  </a:cubicBezTo>
                  <a:cubicBezTo>
                    <a:pt x="30027" y="34539"/>
                    <a:pt x="29951" y="34542"/>
                    <a:pt x="29875" y="34542"/>
                  </a:cubicBezTo>
                  <a:cubicBezTo>
                    <a:pt x="29405" y="34542"/>
                    <a:pt x="28908" y="34400"/>
                    <a:pt x="28479" y="34150"/>
                  </a:cubicBezTo>
                  <a:cubicBezTo>
                    <a:pt x="28329" y="34062"/>
                    <a:pt x="28182" y="33964"/>
                    <a:pt x="28037" y="33864"/>
                  </a:cubicBezTo>
                  <a:cubicBezTo>
                    <a:pt x="28528" y="33651"/>
                    <a:pt x="29005" y="33399"/>
                    <a:pt x="29482" y="33172"/>
                  </a:cubicBezTo>
                  <a:cubicBezTo>
                    <a:pt x="30302" y="32784"/>
                    <a:pt x="31186" y="32436"/>
                    <a:pt x="31974" y="31968"/>
                  </a:cubicBezTo>
                  <a:close/>
                  <a:moveTo>
                    <a:pt x="12895" y="1"/>
                  </a:moveTo>
                  <a:cubicBezTo>
                    <a:pt x="12461" y="1"/>
                    <a:pt x="12022" y="23"/>
                    <a:pt x="11577" y="68"/>
                  </a:cubicBezTo>
                  <a:cubicBezTo>
                    <a:pt x="6648" y="567"/>
                    <a:pt x="2492" y="3825"/>
                    <a:pt x="1243" y="8687"/>
                  </a:cubicBezTo>
                  <a:cubicBezTo>
                    <a:pt x="0" y="13524"/>
                    <a:pt x="1648" y="18791"/>
                    <a:pt x="5726" y="21751"/>
                  </a:cubicBezTo>
                  <a:cubicBezTo>
                    <a:pt x="8537" y="23793"/>
                    <a:pt x="11959" y="24684"/>
                    <a:pt x="15175" y="25869"/>
                  </a:cubicBezTo>
                  <a:cubicBezTo>
                    <a:pt x="18563" y="27118"/>
                    <a:pt x="21162" y="28844"/>
                    <a:pt x="23541" y="31551"/>
                  </a:cubicBezTo>
                  <a:cubicBezTo>
                    <a:pt x="23593" y="31612"/>
                    <a:pt x="23668" y="31649"/>
                    <a:pt x="23749" y="31651"/>
                  </a:cubicBezTo>
                  <a:cubicBezTo>
                    <a:pt x="23773" y="31666"/>
                    <a:pt x="23801" y="31677"/>
                    <a:pt x="23829" y="31683"/>
                  </a:cubicBezTo>
                  <a:cubicBezTo>
                    <a:pt x="25011" y="33438"/>
                    <a:pt x="27308" y="35675"/>
                    <a:pt x="29358" y="35675"/>
                  </a:cubicBezTo>
                  <a:cubicBezTo>
                    <a:pt x="29938" y="35675"/>
                    <a:pt x="30499" y="35496"/>
                    <a:pt x="31008" y="35077"/>
                  </a:cubicBezTo>
                  <a:cubicBezTo>
                    <a:pt x="31069" y="35053"/>
                    <a:pt x="31125" y="35026"/>
                    <a:pt x="31181" y="34999"/>
                  </a:cubicBezTo>
                  <a:cubicBezTo>
                    <a:pt x="31335" y="35056"/>
                    <a:pt x="31499" y="35085"/>
                    <a:pt x="31664" y="35085"/>
                  </a:cubicBezTo>
                  <a:cubicBezTo>
                    <a:pt x="31927" y="35085"/>
                    <a:pt x="32189" y="35011"/>
                    <a:pt x="32405" y="34855"/>
                  </a:cubicBezTo>
                  <a:cubicBezTo>
                    <a:pt x="32740" y="34614"/>
                    <a:pt x="32909" y="34198"/>
                    <a:pt x="32910" y="33794"/>
                  </a:cubicBezTo>
                  <a:cubicBezTo>
                    <a:pt x="32912" y="33593"/>
                    <a:pt x="32865" y="33350"/>
                    <a:pt x="32759" y="33155"/>
                  </a:cubicBezTo>
                  <a:cubicBezTo>
                    <a:pt x="34028" y="30698"/>
                    <a:pt x="32829" y="27368"/>
                    <a:pt x="30389" y="25854"/>
                  </a:cubicBezTo>
                  <a:cubicBezTo>
                    <a:pt x="30210" y="25648"/>
                    <a:pt x="30019" y="25444"/>
                    <a:pt x="29815" y="25267"/>
                  </a:cubicBezTo>
                  <a:lnTo>
                    <a:pt x="29866" y="25210"/>
                  </a:lnTo>
                  <a:cubicBezTo>
                    <a:pt x="30035" y="25017"/>
                    <a:pt x="29982" y="24685"/>
                    <a:pt x="29709" y="24617"/>
                  </a:cubicBezTo>
                  <a:cubicBezTo>
                    <a:pt x="29506" y="24583"/>
                    <a:pt x="29308" y="24519"/>
                    <a:pt x="29126" y="24422"/>
                  </a:cubicBezTo>
                  <a:cubicBezTo>
                    <a:pt x="29100" y="24374"/>
                    <a:pt x="29068" y="24328"/>
                    <a:pt x="29032" y="24288"/>
                  </a:cubicBezTo>
                  <a:cubicBezTo>
                    <a:pt x="26794" y="21773"/>
                    <a:pt x="26734" y="18263"/>
                    <a:pt x="26291" y="15100"/>
                  </a:cubicBezTo>
                  <a:cubicBezTo>
                    <a:pt x="25902" y="12320"/>
                    <a:pt x="25246" y="9526"/>
                    <a:pt x="23961" y="7013"/>
                  </a:cubicBezTo>
                  <a:cubicBezTo>
                    <a:pt x="21748" y="2690"/>
                    <a:pt x="17675" y="1"/>
                    <a:pt x="128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7"/>
            <p:cNvSpPr/>
            <p:nvPr/>
          </p:nvSpPr>
          <p:spPr>
            <a:xfrm>
              <a:off x="2068925" y="2865800"/>
              <a:ext cx="105300" cy="69600"/>
            </a:xfrm>
            <a:custGeom>
              <a:avLst/>
              <a:gdLst/>
              <a:ahLst/>
              <a:cxnLst/>
              <a:rect l="l" t="t" r="r" b="b"/>
              <a:pathLst>
                <a:path w="4212" h="2784" extrusionOk="0">
                  <a:moveTo>
                    <a:pt x="3482" y="0"/>
                  </a:moveTo>
                  <a:cubicBezTo>
                    <a:pt x="2939" y="0"/>
                    <a:pt x="2396" y="490"/>
                    <a:pt x="1954" y="759"/>
                  </a:cubicBezTo>
                  <a:cubicBezTo>
                    <a:pt x="1329" y="1139"/>
                    <a:pt x="695" y="1545"/>
                    <a:pt x="234" y="2122"/>
                  </a:cubicBezTo>
                  <a:cubicBezTo>
                    <a:pt x="0" y="2412"/>
                    <a:pt x="185" y="2783"/>
                    <a:pt x="532" y="2783"/>
                  </a:cubicBezTo>
                  <a:cubicBezTo>
                    <a:pt x="559" y="2783"/>
                    <a:pt x="586" y="2781"/>
                    <a:pt x="615" y="2776"/>
                  </a:cubicBezTo>
                  <a:cubicBezTo>
                    <a:pt x="1386" y="2652"/>
                    <a:pt x="2084" y="2269"/>
                    <a:pt x="2756" y="1890"/>
                  </a:cubicBezTo>
                  <a:cubicBezTo>
                    <a:pt x="3380" y="1539"/>
                    <a:pt x="4085" y="1332"/>
                    <a:pt x="4181" y="556"/>
                  </a:cubicBezTo>
                  <a:cubicBezTo>
                    <a:pt x="4211" y="317"/>
                    <a:pt x="3998" y="143"/>
                    <a:pt x="3808" y="65"/>
                  </a:cubicBezTo>
                  <a:cubicBezTo>
                    <a:pt x="3700" y="20"/>
                    <a:pt x="3591" y="0"/>
                    <a:pt x="34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7"/>
            <p:cNvSpPr/>
            <p:nvPr/>
          </p:nvSpPr>
          <p:spPr>
            <a:xfrm>
              <a:off x="1930200" y="2690700"/>
              <a:ext cx="86325" cy="85700"/>
            </a:xfrm>
            <a:custGeom>
              <a:avLst/>
              <a:gdLst/>
              <a:ahLst/>
              <a:cxnLst/>
              <a:rect l="l" t="t" r="r" b="b"/>
              <a:pathLst>
                <a:path w="3453" h="3428" extrusionOk="0">
                  <a:moveTo>
                    <a:pt x="2611" y="1"/>
                  </a:moveTo>
                  <a:cubicBezTo>
                    <a:pt x="1961" y="1"/>
                    <a:pt x="1579" y="599"/>
                    <a:pt x="1173" y="1082"/>
                  </a:cubicBezTo>
                  <a:cubicBezTo>
                    <a:pt x="755" y="1577"/>
                    <a:pt x="213" y="2115"/>
                    <a:pt x="67" y="2763"/>
                  </a:cubicBezTo>
                  <a:cubicBezTo>
                    <a:pt x="0" y="3057"/>
                    <a:pt x="228" y="3428"/>
                    <a:pt x="540" y="3428"/>
                  </a:cubicBezTo>
                  <a:cubicBezTo>
                    <a:pt x="591" y="3428"/>
                    <a:pt x="645" y="3418"/>
                    <a:pt x="700" y="3395"/>
                  </a:cubicBezTo>
                  <a:cubicBezTo>
                    <a:pt x="1327" y="3145"/>
                    <a:pt x="1768" y="2617"/>
                    <a:pt x="2258" y="2168"/>
                  </a:cubicBezTo>
                  <a:cubicBezTo>
                    <a:pt x="2801" y="1672"/>
                    <a:pt x="3452" y="1318"/>
                    <a:pt x="3319" y="483"/>
                  </a:cubicBezTo>
                  <a:cubicBezTo>
                    <a:pt x="3285" y="276"/>
                    <a:pt x="3064" y="73"/>
                    <a:pt x="2863" y="29"/>
                  </a:cubicBezTo>
                  <a:cubicBezTo>
                    <a:pt x="2775" y="10"/>
                    <a:pt x="2691" y="1"/>
                    <a:pt x="26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7"/>
            <p:cNvSpPr/>
            <p:nvPr/>
          </p:nvSpPr>
          <p:spPr>
            <a:xfrm>
              <a:off x="1699200" y="2536600"/>
              <a:ext cx="54050" cy="112525"/>
            </a:xfrm>
            <a:custGeom>
              <a:avLst/>
              <a:gdLst/>
              <a:ahLst/>
              <a:cxnLst/>
              <a:rect l="l" t="t" r="r" b="b"/>
              <a:pathLst>
                <a:path w="2162" h="4501" extrusionOk="0">
                  <a:moveTo>
                    <a:pt x="1045" y="1"/>
                  </a:moveTo>
                  <a:cubicBezTo>
                    <a:pt x="625" y="1"/>
                    <a:pt x="229" y="224"/>
                    <a:pt x="162" y="722"/>
                  </a:cubicBezTo>
                  <a:cubicBezTo>
                    <a:pt x="24" y="1733"/>
                    <a:pt x="1" y="2910"/>
                    <a:pt x="339" y="3886"/>
                  </a:cubicBezTo>
                  <a:cubicBezTo>
                    <a:pt x="484" y="4307"/>
                    <a:pt x="817" y="4501"/>
                    <a:pt x="1151" y="4501"/>
                  </a:cubicBezTo>
                  <a:cubicBezTo>
                    <a:pt x="1570" y="4501"/>
                    <a:pt x="1989" y="4197"/>
                    <a:pt x="2040" y="3656"/>
                  </a:cubicBezTo>
                  <a:cubicBezTo>
                    <a:pt x="2122" y="2782"/>
                    <a:pt x="2101" y="1869"/>
                    <a:pt x="2137" y="988"/>
                  </a:cubicBezTo>
                  <a:cubicBezTo>
                    <a:pt x="2161" y="367"/>
                    <a:pt x="1584" y="1"/>
                    <a:pt x="1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7"/>
            <p:cNvSpPr/>
            <p:nvPr/>
          </p:nvSpPr>
          <p:spPr>
            <a:xfrm>
              <a:off x="1404800" y="2616275"/>
              <a:ext cx="97125" cy="109750"/>
            </a:xfrm>
            <a:custGeom>
              <a:avLst/>
              <a:gdLst/>
              <a:ahLst/>
              <a:cxnLst/>
              <a:rect l="l" t="t" r="r" b="b"/>
              <a:pathLst>
                <a:path w="3885" h="4390" extrusionOk="0">
                  <a:moveTo>
                    <a:pt x="1207" y="0"/>
                  </a:moveTo>
                  <a:cubicBezTo>
                    <a:pt x="598" y="0"/>
                    <a:pt x="1" y="458"/>
                    <a:pt x="257" y="1181"/>
                  </a:cubicBezTo>
                  <a:cubicBezTo>
                    <a:pt x="513" y="1899"/>
                    <a:pt x="1101" y="2464"/>
                    <a:pt x="1573" y="3055"/>
                  </a:cubicBezTo>
                  <a:cubicBezTo>
                    <a:pt x="1980" y="3567"/>
                    <a:pt x="2454" y="4230"/>
                    <a:pt x="3130" y="4375"/>
                  </a:cubicBezTo>
                  <a:cubicBezTo>
                    <a:pt x="3177" y="4385"/>
                    <a:pt x="3223" y="4390"/>
                    <a:pt x="3267" y="4390"/>
                  </a:cubicBezTo>
                  <a:cubicBezTo>
                    <a:pt x="3562" y="4390"/>
                    <a:pt x="3760" y="4170"/>
                    <a:pt x="3799" y="3864"/>
                  </a:cubicBezTo>
                  <a:cubicBezTo>
                    <a:pt x="3885" y="3209"/>
                    <a:pt x="3428" y="2551"/>
                    <a:pt x="3102" y="2015"/>
                  </a:cubicBezTo>
                  <a:cubicBezTo>
                    <a:pt x="2751" y="1436"/>
                    <a:pt x="2414" y="663"/>
                    <a:pt x="1888" y="232"/>
                  </a:cubicBezTo>
                  <a:cubicBezTo>
                    <a:pt x="1695" y="73"/>
                    <a:pt x="1450" y="0"/>
                    <a:pt x="12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7"/>
            <p:cNvSpPr/>
            <p:nvPr/>
          </p:nvSpPr>
          <p:spPr>
            <a:xfrm>
              <a:off x="1275700" y="2779650"/>
              <a:ext cx="103675" cy="78150"/>
            </a:xfrm>
            <a:custGeom>
              <a:avLst/>
              <a:gdLst/>
              <a:ahLst/>
              <a:cxnLst/>
              <a:rect l="l" t="t" r="r" b="b"/>
              <a:pathLst>
                <a:path w="4147" h="3126" extrusionOk="0">
                  <a:moveTo>
                    <a:pt x="1220" y="1"/>
                  </a:moveTo>
                  <a:cubicBezTo>
                    <a:pt x="626" y="1"/>
                    <a:pt x="38" y="406"/>
                    <a:pt x="17" y="1053"/>
                  </a:cubicBezTo>
                  <a:cubicBezTo>
                    <a:pt x="1" y="1549"/>
                    <a:pt x="288" y="1961"/>
                    <a:pt x="751" y="2122"/>
                  </a:cubicBezTo>
                  <a:cubicBezTo>
                    <a:pt x="815" y="2145"/>
                    <a:pt x="882" y="2156"/>
                    <a:pt x="948" y="2156"/>
                  </a:cubicBezTo>
                  <a:cubicBezTo>
                    <a:pt x="1042" y="2156"/>
                    <a:pt x="1135" y="2134"/>
                    <a:pt x="1220" y="2089"/>
                  </a:cubicBezTo>
                  <a:cubicBezTo>
                    <a:pt x="1570" y="2266"/>
                    <a:pt x="1904" y="2538"/>
                    <a:pt x="2241" y="2703"/>
                  </a:cubicBezTo>
                  <a:cubicBezTo>
                    <a:pt x="2660" y="2908"/>
                    <a:pt x="3070" y="3126"/>
                    <a:pt x="3523" y="3126"/>
                  </a:cubicBezTo>
                  <a:cubicBezTo>
                    <a:pt x="3622" y="3126"/>
                    <a:pt x="3723" y="3115"/>
                    <a:pt x="3826" y="3092"/>
                  </a:cubicBezTo>
                  <a:cubicBezTo>
                    <a:pt x="3986" y="3056"/>
                    <a:pt x="4147" y="2866"/>
                    <a:pt x="4128" y="2695"/>
                  </a:cubicBezTo>
                  <a:cubicBezTo>
                    <a:pt x="4060" y="2060"/>
                    <a:pt x="3606" y="1605"/>
                    <a:pt x="3154" y="1179"/>
                  </a:cubicBezTo>
                  <a:cubicBezTo>
                    <a:pt x="2707" y="758"/>
                    <a:pt x="2142" y="199"/>
                    <a:pt x="1535" y="40"/>
                  </a:cubicBezTo>
                  <a:cubicBezTo>
                    <a:pt x="1432" y="14"/>
                    <a:pt x="1326" y="1"/>
                    <a:pt x="1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7"/>
            <p:cNvSpPr/>
            <p:nvPr/>
          </p:nvSpPr>
          <p:spPr>
            <a:xfrm>
              <a:off x="1183375" y="3054325"/>
              <a:ext cx="119000" cy="52650"/>
            </a:xfrm>
            <a:custGeom>
              <a:avLst/>
              <a:gdLst/>
              <a:ahLst/>
              <a:cxnLst/>
              <a:rect l="l" t="t" r="r" b="b"/>
              <a:pathLst>
                <a:path w="4760" h="2106" extrusionOk="0">
                  <a:moveTo>
                    <a:pt x="1892" y="0"/>
                  </a:moveTo>
                  <a:cubicBezTo>
                    <a:pt x="1362" y="0"/>
                    <a:pt x="847" y="94"/>
                    <a:pt x="440" y="469"/>
                  </a:cubicBezTo>
                  <a:cubicBezTo>
                    <a:pt x="1" y="875"/>
                    <a:pt x="111" y="1671"/>
                    <a:pt x="632" y="1953"/>
                  </a:cubicBezTo>
                  <a:cubicBezTo>
                    <a:pt x="740" y="2013"/>
                    <a:pt x="856" y="2058"/>
                    <a:pt x="976" y="2087"/>
                  </a:cubicBezTo>
                  <a:cubicBezTo>
                    <a:pt x="1030" y="2099"/>
                    <a:pt x="1087" y="2105"/>
                    <a:pt x="1144" y="2105"/>
                  </a:cubicBezTo>
                  <a:cubicBezTo>
                    <a:pt x="1335" y="2105"/>
                    <a:pt x="1535" y="2038"/>
                    <a:pt x="1690" y="1919"/>
                  </a:cubicBezTo>
                  <a:cubicBezTo>
                    <a:pt x="1885" y="1862"/>
                    <a:pt x="2126" y="1848"/>
                    <a:pt x="2361" y="1848"/>
                  </a:cubicBezTo>
                  <a:cubicBezTo>
                    <a:pt x="2570" y="1848"/>
                    <a:pt x="2774" y="1859"/>
                    <a:pt x="2935" y="1860"/>
                  </a:cubicBezTo>
                  <a:cubicBezTo>
                    <a:pt x="2975" y="1860"/>
                    <a:pt x="3014" y="1860"/>
                    <a:pt x="3053" y="1860"/>
                  </a:cubicBezTo>
                  <a:cubicBezTo>
                    <a:pt x="3549" y="1860"/>
                    <a:pt x="3976" y="1832"/>
                    <a:pt x="4440" y="1595"/>
                  </a:cubicBezTo>
                  <a:cubicBezTo>
                    <a:pt x="4759" y="1434"/>
                    <a:pt x="4743" y="1025"/>
                    <a:pt x="4545" y="787"/>
                  </a:cubicBezTo>
                  <a:cubicBezTo>
                    <a:pt x="4041" y="187"/>
                    <a:pt x="3299" y="100"/>
                    <a:pt x="2558" y="36"/>
                  </a:cubicBezTo>
                  <a:cubicBezTo>
                    <a:pt x="2338" y="17"/>
                    <a:pt x="2113" y="0"/>
                    <a:pt x="1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7"/>
            <p:cNvSpPr/>
            <p:nvPr/>
          </p:nvSpPr>
          <p:spPr>
            <a:xfrm>
              <a:off x="1314050" y="3248700"/>
              <a:ext cx="98775" cy="64475"/>
            </a:xfrm>
            <a:custGeom>
              <a:avLst/>
              <a:gdLst/>
              <a:ahLst/>
              <a:cxnLst/>
              <a:rect l="l" t="t" r="r" b="b"/>
              <a:pathLst>
                <a:path w="3951" h="2579" extrusionOk="0">
                  <a:moveTo>
                    <a:pt x="2812" y="1"/>
                  </a:moveTo>
                  <a:cubicBezTo>
                    <a:pt x="1894" y="1"/>
                    <a:pt x="657" y="799"/>
                    <a:pt x="321" y="1329"/>
                  </a:cubicBezTo>
                  <a:cubicBezTo>
                    <a:pt x="0" y="1834"/>
                    <a:pt x="437" y="2578"/>
                    <a:pt x="1007" y="2578"/>
                  </a:cubicBezTo>
                  <a:cubicBezTo>
                    <a:pt x="1086" y="2578"/>
                    <a:pt x="1166" y="2564"/>
                    <a:pt x="1248" y="2534"/>
                  </a:cubicBezTo>
                  <a:cubicBezTo>
                    <a:pt x="1845" y="2311"/>
                    <a:pt x="2377" y="1860"/>
                    <a:pt x="2943" y="1553"/>
                  </a:cubicBezTo>
                  <a:cubicBezTo>
                    <a:pt x="3265" y="1379"/>
                    <a:pt x="3950" y="930"/>
                    <a:pt x="3688" y="462"/>
                  </a:cubicBezTo>
                  <a:cubicBezTo>
                    <a:pt x="3502" y="131"/>
                    <a:pt x="3183" y="1"/>
                    <a:pt x="28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7"/>
            <p:cNvSpPr/>
            <p:nvPr/>
          </p:nvSpPr>
          <p:spPr>
            <a:xfrm>
              <a:off x="1496975" y="3428975"/>
              <a:ext cx="61225" cy="72000"/>
            </a:xfrm>
            <a:custGeom>
              <a:avLst/>
              <a:gdLst/>
              <a:ahLst/>
              <a:cxnLst/>
              <a:rect l="l" t="t" r="r" b="b"/>
              <a:pathLst>
                <a:path w="2449" h="2880" extrusionOk="0">
                  <a:moveTo>
                    <a:pt x="2119" y="1"/>
                  </a:moveTo>
                  <a:cubicBezTo>
                    <a:pt x="2109" y="1"/>
                    <a:pt x="2100" y="1"/>
                    <a:pt x="2091" y="2"/>
                  </a:cubicBezTo>
                  <a:cubicBezTo>
                    <a:pt x="1563" y="75"/>
                    <a:pt x="1368" y="307"/>
                    <a:pt x="1058" y="718"/>
                  </a:cubicBezTo>
                  <a:cubicBezTo>
                    <a:pt x="810" y="1044"/>
                    <a:pt x="580" y="1384"/>
                    <a:pt x="363" y="1730"/>
                  </a:cubicBezTo>
                  <a:cubicBezTo>
                    <a:pt x="1" y="2314"/>
                    <a:pt x="567" y="2880"/>
                    <a:pt x="1092" y="2880"/>
                  </a:cubicBezTo>
                  <a:cubicBezTo>
                    <a:pt x="1324" y="2880"/>
                    <a:pt x="1548" y="2769"/>
                    <a:pt x="1680" y="2500"/>
                  </a:cubicBezTo>
                  <a:cubicBezTo>
                    <a:pt x="1875" y="2106"/>
                    <a:pt x="2047" y="1703"/>
                    <a:pt x="2206" y="1294"/>
                  </a:cubicBezTo>
                  <a:cubicBezTo>
                    <a:pt x="2392" y="820"/>
                    <a:pt x="2449" y="531"/>
                    <a:pt x="2236" y="62"/>
                  </a:cubicBezTo>
                  <a:cubicBezTo>
                    <a:pt x="2214" y="15"/>
                    <a:pt x="2165" y="1"/>
                    <a:pt x="2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7"/>
            <p:cNvSpPr/>
            <p:nvPr/>
          </p:nvSpPr>
          <p:spPr>
            <a:xfrm>
              <a:off x="1677700" y="3454750"/>
              <a:ext cx="45950" cy="107825"/>
            </a:xfrm>
            <a:custGeom>
              <a:avLst/>
              <a:gdLst/>
              <a:ahLst/>
              <a:cxnLst/>
              <a:rect l="l" t="t" r="r" b="b"/>
              <a:pathLst>
                <a:path w="1838" h="4313" extrusionOk="0">
                  <a:moveTo>
                    <a:pt x="1525" y="1"/>
                  </a:moveTo>
                  <a:cubicBezTo>
                    <a:pt x="1486" y="1"/>
                    <a:pt x="1447" y="10"/>
                    <a:pt x="1414" y="28"/>
                  </a:cubicBezTo>
                  <a:cubicBezTo>
                    <a:pt x="279" y="682"/>
                    <a:pt x="1" y="2576"/>
                    <a:pt x="171" y="3753"/>
                  </a:cubicBezTo>
                  <a:cubicBezTo>
                    <a:pt x="227" y="4140"/>
                    <a:pt x="529" y="4313"/>
                    <a:pt x="850" y="4313"/>
                  </a:cubicBezTo>
                  <a:cubicBezTo>
                    <a:pt x="1261" y="4313"/>
                    <a:pt x="1705" y="4029"/>
                    <a:pt x="1701" y="3547"/>
                  </a:cubicBezTo>
                  <a:cubicBezTo>
                    <a:pt x="1697" y="2933"/>
                    <a:pt x="1623" y="2341"/>
                    <a:pt x="1680" y="1724"/>
                  </a:cubicBezTo>
                  <a:cubicBezTo>
                    <a:pt x="1728" y="1194"/>
                    <a:pt x="1837" y="692"/>
                    <a:pt x="1744" y="163"/>
                  </a:cubicBezTo>
                  <a:cubicBezTo>
                    <a:pt x="1727" y="58"/>
                    <a:pt x="1624" y="1"/>
                    <a:pt x="15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7"/>
            <p:cNvSpPr/>
            <p:nvPr/>
          </p:nvSpPr>
          <p:spPr>
            <a:xfrm>
              <a:off x="2090625" y="3077850"/>
              <a:ext cx="104925" cy="44025"/>
            </a:xfrm>
            <a:custGeom>
              <a:avLst/>
              <a:gdLst/>
              <a:ahLst/>
              <a:cxnLst/>
              <a:rect l="l" t="t" r="r" b="b"/>
              <a:pathLst>
                <a:path w="4197" h="1761" extrusionOk="0">
                  <a:moveTo>
                    <a:pt x="2036" y="0"/>
                  </a:moveTo>
                  <a:cubicBezTo>
                    <a:pt x="1290" y="0"/>
                    <a:pt x="519" y="155"/>
                    <a:pt x="137" y="693"/>
                  </a:cubicBezTo>
                  <a:cubicBezTo>
                    <a:pt x="0" y="884"/>
                    <a:pt x="97" y="1204"/>
                    <a:pt x="299" y="1309"/>
                  </a:cubicBezTo>
                  <a:cubicBezTo>
                    <a:pt x="566" y="1448"/>
                    <a:pt x="847" y="1456"/>
                    <a:pt x="1135" y="1456"/>
                  </a:cubicBezTo>
                  <a:cubicBezTo>
                    <a:pt x="1169" y="1456"/>
                    <a:pt x="1204" y="1456"/>
                    <a:pt x="1238" y="1456"/>
                  </a:cubicBezTo>
                  <a:cubicBezTo>
                    <a:pt x="1326" y="1456"/>
                    <a:pt x="1413" y="1456"/>
                    <a:pt x="1502" y="1461"/>
                  </a:cubicBezTo>
                  <a:cubicBezTo>
                    <a:pt x="1943" y="1486"/>
                    <a:pt x="2372" y="1595"/>
                    <a:pt x="2795" y="1722"/>
                  </a:cubicBezTo>
                  <a:cubicBezTo>
                    <a:pt x="2881" y="1748"/>
                    <a:pt x="2963" y="1760"/>
                    <a:pt x="3041" y="1760"/>
                  </a:cubicBezTo>
                  <a:cubicBezTo>
                    <a:pt x="3899" y="1760"/>
                    <a:pt x="4196" y="288"/>
                    <a:pt x="3238" y="115"/>
                  </a:cubicBezTo>
                  <a:cubicBezTo>
                    <a:pt x="2902" y="54"/>
                    <a:pt x="2474" y="0"/>
                    <a:pt x="2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 name="Google Shape;312;p37"/>
          <p:cNvGrpSpPr/>
          <p:nvPr/>
        </p:nvGrpSpPr>
        <p:grpSpPr>
          <a:xfrm>
            <a:off x="5138035" y="2385451"/>
            <a:ext cx="679839" cy="489887"/>
            <a:chOff x="5310875" y="337375"/>
            <a:chExt cx="916225" cy="660225"/>
          </a:xfrm>
        </p:grpSpPr>
        <p:sp>
          <p:nvSpPr>
            <p:cNvPr id="313" name="Google Shape;313;p37"/>
            <p:cNvSpPr/>
            <p:nvPr/>
          </p:nvSpPr>
          <p:spPr>
            <a:xfrm>
              <a:off x="5310875" y="337375"/>
              <a:ext cx="916225" cy="660225"/>
            </a:xfrm>
            <a:custGeom>
              <a:avLst/>
              <a:gdLst/>
              <a:ahLst/>
              <a:cxnLst/>
              <a:rect l="l" t="t" r="r" b="b"/>
              <a:pathLst>
                <a:path w="36649" h="26409" extrusionOk="0">
                  <a:moveTo>
                    <a:pt x="22990" y="1502"/>
                  </a:moveTo>
                  <a:cubicBezTo>
                    <a:pt x="24636" y="1502"/>
                    <a:pt x="26251" y="1775"/>
                    <a:pt x="27734" y="2504"/>
                  </a:cubicBezTo>
                  <a:cubicBezTo>
                    <a:pt x="34704" y="5931"/>
                    <a:pt x="35360" y="15588"/>
                    <a:pt x="28935" y="19943"/>
                  </a:cubicBezTo>
                  <a:cubicBezTo>
                    <a:pt x="28675" y="20118"/>
                    <a:pt x="28439" y="20497"/>
                    <a:pt x="28574" y="20826"/>
                  </a:cubicBezTo>
                  <a:cubicBezTo>
                    <a:pt x="29254" y="22480"/>
                    <a:pt x="30274" y="23815"/>
                    <a:pt x="31605" y="24830"/>
                  </a:cubicBezTo>
                  <a:cubicBezTo>
                    <a:pt x="29557" y="24651"/>
                    <a:pt x="27668" y="23543"/>
                    <a:pt x="26518" y="21715"/>
                  </a:cubicBezTo>
                  <a:cubicBezTo>
                    <a:pt x="26364" y="21470"/>
                    <a:pt x="26128" y="21352"/>
                    <a:pt x="25885" y="21352"/>
                  </a:cubicBezTo>
                  <a:cubicBezTo>
                    <a:pt x="25695" y="21352"/>
                    <a:pt x="25502" y="21424"/>
                    <a:pt x="25338" y="21563"/>
                  </a:cubicBezTo>
                  <a:cubicBezTo>
                    <a:pt x="22839" y="23686"/>
                    <a:pt x="19493" y="24773"/>
                    <a:pt x="16164" y="24773"/>
                  </a:cubicBezTo>
                  <a:cubicBezTo>
                    <a:pt x="11835" y="24773"/>
                    <a:pt x="7535" y="22936"/>
                    <a:pt x="5160" y="19152"/>
                  </a:cubicBezTo>
                  <a:cubicBezTo>
                    <a:pt x="2622" y="15107"/>
                    <a:pt x="4899" y="10120"/>
                    <a:pt x="7851" y="6959"/>
                  </a:cubicBezTo>
                  <a:cubicBezTo>
                    <a:pt x="8283" y="6499"/>
                    <a:pt x="8743" y="6066"/>
                    <a:pt x="9230" y="5662"/>
                  </a:cubicBezTo>
                  <a:cubicBezTo>
                    <a:pt x="11347" y="4267"/>
                    <a:pt x="13707" y="3260"/>
                    <a:pt x="16182" y="2604"/>
                  </a:cubicBezTo>
                  <a:cubicBezTo>
                    <a:pt x="18320" y="2038"/>
                    <a:pt x="20684" y="1502"/>
                    <a:pt x="22990" y="1502"/>
                  </a:cubicBezTo>
                  <a:close/>
                  <a:moveTo>
                    <a:pt x="22921" y="0"/>
                  </a:moveTo>
                  <a:cubicBezTo>
                    <a:pt x="20883" y="0"/>
                    <a:pt x="18812" y="363"/>
                    <a:pt x="16843" y="849"/>
                  </a:cubicBezTo>
                  <a:cubicBezTo>
                    <a:pt x="15554" y="1167"/>
                    <a:pt x="14293" y="1584"/>
                    <a:pt x="13082" y="2104"/>
                  </a:cubicBezTo>
                  <a:cubicBezTo>
                    <a:pt x="6225" y="4767"/>
                    <a:pt x="1" y="12892"/>
                    <a:pt x="3814" y="19616"/>
                  </a:cubicBezTo>
                  <a:cubicBezTo>
                    <a:pt x="6346" y="24082"/>
                    <a:pt x="11197" y="26196"/>
                    <a:pt x="16102" y="26196"/>
                  </a:cubicBezTo>
                  <a:cubicBezTo>
                    <a:pt x="19536" y="26196"/>
                    <a:pt x="22996" y="25160"/>
                    <a:pt x="25706" y="23169"/>
                  </a:cubicBezTo>
                  <a:cubicBezTo>
                    <a:pt x="27286" y="25232"/>
                    <a:pt x="29698" y="26409"/>
                    <a:pt x="32242" y="26409"/>
                  </a:cubicBezTo>
                  <a:cubicBezTo>
                    <a:pt x="32931" y="26409"/>
                    <a:pt x="33630" y="26323"/>
                    <a:pt x="34324" y="26144"/>
                  </a:cubicBezTo>
                  <a:cubicBezTo>
                    <a:pt x="35137" y="25935"/>
                    <a:pt x="34984" y="24910"/>
                    <a:pt x="34324" y="24641"/>
                  </a:cubicBezTo>
                  <a:cubicBezTo>
                    <a:pt x="32541" y="23914"/>
                    <a:pt x="31137" y="22589"/>
                    <a:pt x="30302" y="20875"/>
                  </a:cubicBezTo>
                  <a:cubicBezTo>
                    <a:pt x="36648" y="16007"/>
                    <a:pt x="36480" y="6187"/>
                    <a:pt x="29567" y="1774"/>
                  </a:cubicBezTo>
                  <a:cubicBezTo>
                    <a:pt x="27529" y="473"/>
                    <a:pt x="25246" y="0"/>
                    <a:pt x="22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7"/>
            <p:cNvSpPr/>
            <p:nvPr/>
          </p:nvSpPr>
          <p:spPr>
            <a:xfrm>
              <a:off x="5603850" y="729950"/>
              <a:ext cx="44325" cy="37875"/>
            </a:xfrm>
            <a:custGeom>
              <a:avLst/>
              <a:gdLst/>
              <a:ahLst/>
              <a:cxnLst/>
              <a:rect l="l" t="t" r="r" b="b"/>
              <a:pathLst>
                <a:path w="1773" h="1515" extrusionOk="0">
                  <a:moveTo>
                    <a:pt x="894" y="0"/>
                  </a:moveTo>
                  <a:cubicBezTo>
                    <a:pt x="405" y="0"/>
                    <a:pt x="1" y="547"/>
                    <a:pt x="280" y="1044"/>
                  </a:cubicBezTo>
                  <a:cubicBezTo>
                    <a:pt x="405" y="1267"/>
                    <a:pt x="569" y="1455"/>
                    <a:pt x="836" y="1501"/>
                  </a:cubicBezTo>
                  <a:cubicBezTo>
                    <a:pt x="890" y="1510"/>
                    <a:pt x="942" y="1514"/>
                    <a:pt x="992" y="1514"/>
                  </a:cubicBezTo>
                  <a:cubicBezTo>
                    <a:pt x="1457" y="1514"/>
                    <a:pt x="1772" y="1142"/>
                    <a:pt x="1689" y="648"/>
                  </a:cubicBezTo>
                  <a:cubicBezTo>
                    <a:pt x="1644" y="385"/>
                    <a:pt x="1454" y="215"/>
                    <a:pt x="1232" y="91"/>
                  </a:cubicBezTo>
                  <a:cubicBezTo>
                    <a:pt x="1120" y="28"/>
                    <a:pt x="1004" y="0"/>
                    <a:pt x="8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7"/>
            <p:cNvSpPr/>
            <p:nvPr/>
          </p:nvSpPr>
          <p:spPr>
            <a:xfrm>
              <a:off x="5700025" y="697375"/>
              <a:ext cx="60225" cy="53675"/>
            </a:xfrm>
            <a:custGeom>
              <a:avLst/>
              <a:gdLst/>
              <a:ahLst/>
              <a:cxnLst/>
              <a:rect l="l" t="t" r="r" b="b"/>
              <a:pathLst>
                <a:path w="2409" h="2147" extrusionOk="0">
                  <a:moveTo>
                    <a:pt x="1180" y="1"/>
                  </a:moveTo>
                  <a:cubicBezTo>
                    <a:pt x="1097" y="1"/>
                    <a:pt x="1013" y="11"/>
                    <a:pt x="927" y="34"/>
                  </a:cubicBezTo>
                  <a:cubicBezTo>
                    <a:pt x="386" y="183"/>
                    <a:pt x="0" y="802"/>
                    <a:pt x="178" y="1352"/>
                  </a:cubicBezTo>
                  <a:cubicBezTo>
                    <a:pt x="321" y="1795"/>
                    <a:pt x="742" y="2147"/>
                    <a:pt x="1208" y="2147"/>
                  </a:cubicBezTo>
                  <a:cubicBezTo>
                    <a:pt x="1303" y="2147"/>
                    <a:pt x="1399" y="2132"/>
                    <a:pt x="1495" y="2101"/>
                  </a:cubicBezTo>
                  <a:cubicBezTo>
                    <a:pt x="2043" y="1923"/>
                    <a:pt x="2408" y="1365"/>
                    <a:pt x="2244" y="783"/>
                  </a:cubicBezTo>
                  <a:cubicBezTo>
                    <a:pt x="2231" y="741"/>
                    <a:pt x="2219" y="700"/>
                    <a:pt x="2209" y="658"/>
                  </a:cubicBezTo>
                  <a:cubicBezTo>
                    <a:pt x="2137" y="379"/>
                    <a:pt x="1900" y="141"/>
                    <a:pt x="1621" y="69"/>
                  </a:cubicBezTo>
                  <a:cubicBezTo>
                    <a:pt x="1473" y="32"/>
                    <a:pt x="1328" y="1"/>
                    <a:pt x="1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7"/>
            <p:cNvSpPr/>
            <p:nvPr/>
          </p:nvSpPr>
          <p:spPr>
            <a:xfrm>
              <a:off x="5785025" y="670025"/>
              <a:ext cx="64550" cy="50050"/>
            </a:xfrm>
            <a:custGeom>
              <a:avLst/>
              <a:gdLst/>
              <a:ahLst/>
              <a:cxnLst/>
              <a:rect l="l" t="t" r="r" b="b"/>
              <a:pathLst>
                <a:path w="2582" h="2002" extrusionOk="0">
                  <a:moveTo>
                    <a:pt x="1291" y="1"/>
                  </a:moveTo>
                  <a:cubicBezTo>
                    <a:pt x="3" y="1"/>
                    <a:pt x="1" y="2002"/>
                    <a:pt x="1291" y="2002"/>
                  </a:cubicBezTo>
                  <a:cubicBezTo>
                    <a:pt x="2579" y="2002"/>
                    <a:pt x="2581" y="1"/>
                    <a:pt x="12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7"/>
            <p:cNvSpPr/>
            <p:nvPr/>
          </p:nvSpPr>
          <p:spPr>
            <a:xfrm>
              <a:off x="5887850" y="638500"/>
              <a:ext cx="56125" cy="43525"/>
            </a:xfrm>
            <a:custGeom>
              <a:avLst/>
              <a:gdLst/>
              <a:ahLst/>
              <a:cxnLst/>
              <a:rect l="l" t="t" r="r" b="b"/>
              <a:pathLst>
                <a:path w="2245" h="1741" extrusionOk="0">
                  <a:moveTo>
                    <a:pt x="1123" y="1"/>
                  </a:moveTo>
                  <a:cubicBezTo>
                    <a:pt x="0" y="1"/>
                    <a:pt x="0" y="1741"/>
                    <a:pt x="1123" y="1741"/>
                  </a:cubicBezTo>
                  <a:cubicBezTo>
                    <a:pt x="2242" y="1741"/>
                    <a:pt x="2244" y="1"/>
                    <a:pt x="1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 name="Google Shape;318;p37"/>
          <p:cNvSpPr/>
          <p:nvPr/>
        </p:nvSpPr>
        <p:spPr>
          <a:xfrm>
            <a:off x="5188898" y="3568998"/>
            <a:ext cx="578112" cy="572717"/>
          </a:xfrm>
          <a:custGeom>
            <a:avLst/>
            <a:gdLst/>
            <a:ahLst/>
            <a:cxnLst/>
            <a:rect l="l" t="t" r="r" b="b"/>
            <a:pathLst>
              <a:path w="29253" h="28980" extrusionOk="0">
                <a:moveTo>
                  <a:pt x="14143" y="2700"/>
                </a:moveTo>
                <a:lnTo>
                  <a:pt x="14143" y="2701"/>
                </a:lnTo>
                <a:cubicBezTo>
                  <a:pt x="14382" y="2879"/>
                  <a:pt x="14610" y="3071"/>
                  <a:pt x="14826" y="3275"/>
                </a:cubicBezTo>
                <a:cubicBezTo>
                  <a:pt x="16631" y="4989"/>
                  <a:pt x="17613" y="7527"/>
                  <a:pt x="17512" y="9952"/>
                </a:cubicBezTo>
                <a:cubicBezTo>
                  <a:pt x="16350" y="9553"/>
                  <a:pt x="15139" y="9334"/>
                  <a:pt x="13946" y="9334"/>
                </a:cubicBezTo>
                <a:cubicBezTo>
                  <a:pt x="13767" y="9334"/>
                  <a:pt x="13588" y="9339"/>
                  <a:pt x="13409" y="9349"/>
                </a:cubicBezTo>
                <a:cubicBezTo>
                  <a:pt x="12636" y="9391"/>
                  <a:pt x="11849" y="9550"/>
                  <a:pt x="11078" y="9803"/>
                </a:cubicBezTo>
                <a:cubicBezTo>
                  <a:pt x="11026" y="7418"/>
                  <a:pt x="12076" y="4911"/>
                  <a:pt x="13651" y="3031"/>
                </a:cubicBezTo>
                <a:cubicBezTo>
                  <a:pt x="13812" y="2912"/>
                  <a:pt x="13976" y="2804"/>
                  <a:pt x="14143" y="2700"/>
                </a:cubicBezTo>
                <a:close/>
                <a:moveTo>
                  <a:pt x="13886" y="10716"/>
                </a:moveTo>
                <a:cubicBezTo>
                  <a:pt x="14821" y="10716"/>
                  <a:pt x="15765" y="10856"/>
                  <a:pt x="16686" y="11136"/>
                </a:cubicBezTo>
                <a:cubicBezTo>
                  <a:pt x="16903" y="11202"/>
                  <a:pt x="17115" y="11275"/>
                  <a:pt x="17324" y="11354"/>
                </a:cubicBezTo>
                <a:cubicBezTo>
                  <a:pt x="16955" y="12973"/>
                  <a:pt x="16048" y="14448"/>
                  <a:pt x="14512" y="15473"/>
                </a:cubicBezTo>
                <a:cubicBezTo>
                  <a:pt x="14486" y="15490"/>
                  <a:pt x="14459" y="15506"/>
                  <a:pt x="14432" y="15523"/>
                </a:cubicBezTo>
                <a:cubicBezTo>
                  <a:pt x="13538" y="14957"/>
                  <a:pt x="12753" y="14234"/>
                  <a:pt x="12162" y="13355"/>
                </a:cubicBezTo>
                <a:cubicBezTo>
                  <a:pt x="11692" y="12657"/>
                  <a:pt x="11390" y="11899"/>
                  <a:pt x="11225" y="11110"/>
                </a:cubicBezTo>
                <a:cubicBezTo>
                  <a:pt x="12088" y="10847"/>
                  <a:pt x="12983" y="10716"/>
                  <a:pt x="13886" y="10716"/>
                </a:cubicBezTo>
                <a:close/>
                <a:moveTo>
                  <a:pt x="18312" y="1537"/>
                </a:moveTo>
                <a:cubicBezTo>
                  <a:pt x="20093" y="1537"/>
                  <a:pt x="21942" y="2089"/>
                  <a:pt x="23631" y="3166"/>
                </a:cubicBezTo>
                <a:cubicBezTo>
                  <a:pt x="27706" y="5766"/>
                  <a:pt x="28613" y="11589"/>
                  <a:pt x="24959" y="14979"/>
                </a:cubicBezTo>
                <a:cubicBezTo>
                  <a:pt x="24699" y="15219"/>
                  <a:pt x="24420" y="15438"/>
                  <a:pt x="24127" y="15635"/>
                </a:cubicBezTo>
                <a:cubicBezTo>
                  <a:pt x="23065" y="13370"/>
                  <a:pt x="21068" y="11550"/>
                  <a:pt x="18752" y="10457"/>
                </a:cubicBezTo>
                <a:cubicBezTo>
                  <a:pt x="19023" y="7350"/>
                  <a:pt x="17700" y="4138"/>
                  <a:pt x="15330" y="2098"/>
                </a:cubicBezTo>
                <a:cubicBezTo>
                  <a:pt x="16271" y="1722"/>
                  <a:pt x="17280" y="1537"/>
                  <a:pt x="18312" y="1537"/>
                </a:cubicBezTo>
                <a:close/>
                <a:moveTo>
                  <a:pt x="9622" y="1191"/>
                </a:moveTo>
                <a:cubicBezTo>
                  <a:pt x="10716" y="1191"/>
                  <a:pt x="11799" y="1430"/>
                  <a:pt x="12794" y="1893"/>
                </a:cubicBezTo>
                <a:cubicBezTo>
                  <a:pt x="11658" y="2800"/>
                  <a:pt x="10851" y="4091"/>
                  <a:pt x="10636" y="5807"/>
                </a:cubicBezTo>
                <a:cubicBezTo>
                  <a:pt x="10620" y="5931"/>
                  <a:pt x="10693" y="6020"/>
                  <a:pt x="10792" y="6065"/>
                </a:cubicBezTo>
                <a:cubicBezTo>
                  <a:pt x="10315" y="7423"/>
                  <a:pt x="10088" y="8858"/>
                  <a:pt x="10132" y="10167"/>
                </a:cubicBezTo>
                <a:cubicBezTo>
                  <a:pt x="7489" y="11328"/>
                  <a:pt x="5198" y="13597"/>
                  <a:pt x="4538" y="16234"/>
                </a:cubicBezTo>
                <a:lnTo>
                  <a:pt x="4538" y="16235"/>
                </a:lnTo>
                <a:cubicBezTo>
                  <a:pt x="3803" y="15782"/>
                  <a:pt x="3172" y="15179"/>
                  <a:pt x="2686" y="14467"/>
                </a:cubicBezTo>
                <a:cubicBezTo>
                  <a:pt x="535" y="11329"/>
                  <a:pt x="1003" y="6440"/>
                  <a:pt x="3533" y="3553"/>
                </a:cubicBezTo>
                <a:cubicBezTo>
                  <a:pt x="3546" y="3555"/>
                  <a:pt x="3559" y="3556"/>
                  <a:pt x="3573" y="3556"/>
                </a:cubicBezTo>
                <a:cubicBezTo>
                  <a:pt x="3623" y="3556"/>
                  <a:pt x="3673" y="3543"/>
                  <a:pt x="3717" y="3516"/>
                </a:cubicBezTo>
                <a:cubicBezTo>
                  <a:pt x="5532" y="2476"/>
                  <a:pt x="6944" y="1344"/>
                  <a:pt x="9136" y="1207"/>
                </a:cubicBezTo>
                <a:cubicBezTo>
                  <a:pt x="9298" y="1196"/>
                  <a:pt x="9460" y="1191"/>
                  <a:pt x="9622" y="1191"/>
                </a:cubicBezTo>
                <a:close/>
                <a:moveTo>
                  <a:pt x="18507" y="11885"/>
                </a:moveTo>
                <a:cubicBezTo>
                  <a:pt x="20445" y="12900"/>
                  <a:pt x="21976" y="14481"/>
                  <a:pt x="22813" y="16335"/>
                </a:cubicBezTo>
                <a:cubicBezTo>
                  <a:pt x="21780" y="16759"/>
                  <a:pt x="20647" y="16964"/>
                  <a:pt x="19504" y="16964"/>
                </a:cubicBezTo>
                <a:cubicBezTo>
                  <a:pt x="18187" y="16964"/>
                  <a:pt x="16856" y="16692"/>
                  <a:pt x="15649" y="16169"/>
                </a:cubicBezTo>
                <a:cubicBezTo>
                  <a:pt x="16800" y="15293"/>
                  <a:pt x="17727" y="14157"/>
                  <a:pt x="18254" y="12714"/>
                </a:cubicBezTo>
                <a:lnTo>
                  <a:pt x="18254" y="12715"/>
                </a:lnTo>
                <a:cubicBezTo>
                  <a:pt x="18352" y="12443"/>
                  <a:pt x="18438" y="12166"/>
                  <a:pt x="18507" y="11885"/>
                </a:cubicBezTo>
                <a:close/>
                <a:moveTo>
                  <a:pt x="10357" y="11801"/>
                </a:moveTo>
                <a:cubicBezTo>
                  <a:pt x="10814" y="13567"/>
                  <a:pt x="11948" y="15027"/>
                  <a:pt x="13414" y="16108"/>
                </a:cubicBezTo>
                <a:lnTo>
                  <a:pt x="13414" y="16109"/>
                </a:lnTo>
                <a:cubicBezTo>
                  <a:pt x="11937" y="16849"/>
                  <a:pt x="10221" y="17287"/>
                  <a:pt x="8552" y="17287"/>
                </a:cubicBezTo>
                <a:cubicBezTo>
                  <a:pt x="7559" y="17287"/>
                  <a:pt x="6583" y="17132"/>
                  <a:pt x="5684" y="16794"/>
                </a:cubicBezTo>
                <a:cubicBezTo>
                  <a:pt x="6276" y="14376"/>
                  <a:pt x="8033" y="12813"/>
                  <a:pt x="10357" y="11801"/>
                </a:cubicBezTo>
                <a:close/>
                <a:moveTo>
                  <a:pt x="14597" y="16860"/>
                </a:moveTo>
                <a:cubicBezTo>
                  <a:pt x="16211" y="17742"/>
                  <a:pt x="18071" y="18226"/>
                  <a:pt x="19836" y="18239"/>
                </a:cubicBezTo>
                <a:cubicBezTo>
                  <a:pt x="19855" y="18239"/>
                  <a:pt x="19875" y="18239"/>
                  <a:pt x="19894" y="18239"/>
                </a:cubicBezTo>
                <a:cubicBezTo>
                  <a:pt x="21057" y="18239"/>
                  <a:pt x="22193" y="17983"/>
                  <a:pt x="23243" y="17533"/>
                </a:cubicBezTo>
                <a:lnTo>
                  <a:pt x="23243" y="17533"/>
                </a:lnTo>
                <a:cubicBezTo>
                  <a:pt x="23754" y="19405"/>
                  <a:pt x="23580" y="21466"/>
                  <a:pt x="22464" y="23460"/>
                </a:cubicBezTo>
                <a:cubicBezTo>
                  <a:pt x="20882" y="26284"/>
                  <a:pt x="18005" y="27654"/>
                  <a:pt x="15044" y="27654"/>
                </a:cubicBezTo>
                <a:cubicBezTo>
                  <a:pt x="13094" y="27654"/>
                  <a:pt x="11108" y="27060"/>
                  <a:pt x="9432" y="25894"/>
                </a:cubicBezTo>
                <a:cubicBezTo>
                  <a:pt x="7730" y="24710"/>
                  <a:pt x="6408" y="22914"/>
                  <a:pt x="5813" y="20917"/>
                </a:cubicBezTo>
                <a:cubicBezTo>
                  <a:pt x="5908" y="20794"/>
                  <a:pt x="5926" y="20630"/>
                  <a:pt x="5860" y="20490"/>
                </a:cubicBezTo>
                <a:lnTo>
                  <a:pt x="5860" y="20490"/>
                </a:lnTo>
                <a:lnTo>
                  <a:pt x="5861" y="20491"/>
                </a:lnTo>
                <a:cubicBezTo>
                  <a:pt x="5707" y="20141"/>
                  <a:pt x="5589" y="19777"/>
                  <a:pt x="5511" y="19402"/>
                </a:cubicBezTo>
                <a:cubicBezTo>
                  <a:pt x="5467" y="18994"/>
                  <a:pt x="5455" y="18582"/>
                  <a:pt x="5478" y="18171"/>
                </a:cubicBezTo>
                <a:cubicBezTo>
                  <a:pt x="5480" y="18134"/>
                  <a:pt x="5485" y="18100"/>
                  <a:pt x="5488" y="18063"/>
                </a:cubicBezTo>
                <a:cubicBezTo>
                  <a:pt x="6301" y="18358"/>
                  <a:pt x="7183" y="18520"/>
                  <a:pt x="8115" y="18520"/>
                </a:cubicBezTo>
                <a:cubicBezTo>
                  <a:pt x="8208" y="18520"/>
                  <a:pt x="8302" y="18518"/>
                  <a:pt x="8396" y="18515"/>
                </a:cubicBezTo>
                <a:cubicBezTo>
                  <a:pt x="10491" y="18442"/>
                  <a:pt x="12735" y="17924"/>
                  <a:pt x="14597" y="16860"/>
                </a:cubicBezTo>
                <a:close/>
                <a:moveTo>
                  <a:pt x="9193" y="1"/>
                </a:moveTo>
                <a:cubicBezTo>
                  <a:pt x="6999" y="1"/>
                  <a:pt x="4863" y="714"/>
                  <a:pt x="3713" y="2437"/>
                </a:cubicBezTo>
                <a:cubicBezTo>
                  <a:pt x="1187" y="4294"/>
                  <a:pt x="0" y="7949"/>
                  <a:pt x="275" y="10991"/>
                </a:cubicBezTo>
                <a:cubicBezTo>
                  <a:pt x="530" y="13822"/>
                  <a:pt x="2073" y="16256"/>
                  <a:pt x="4353" y="17543"/>
                </a:cubicBezTo>
                <a:cubicBezTo>
                  <a:pt x="4334" y="18048"/>
                  <a:pt x="4379" y="18553"/>
                  <a:pt x="4485" y="19048"/>
                </a:cubicBezTo>
                <a:cubicBezTo>
                  <a:pt x="4501" y="20156"/>
                  <a:pt x="4704" y="21244"/>
                  <a:pt x="5099" y="22206"/>
                </a:cubicBezTo>
                <a:cubicBezTo>
                  <a:pt x="6782" y="26306"/>
                  <a:pt x="10993" y="28980"/>
                  <a:pt x="15346" y="28980"/>
                </a:cubicBezTo>
                <a:cubicBezTo>
                  <a:pt x="16130" y="28980"/>
                  <a:pt x="16918" y="28893"/>
                  <a:pt x="17698" y="28712"/>
                </a:cubicBezTo>
                <a:cubicBezTo>
                  <a:pt x="22311" y="27642"/>
                  <a:pt x="25477" y="22829"/>
                  <a:pt x="24876" y="18171"/>
                </a:cubicBezTo>
                <a:cubicBezTo>
                  <a:pt x="24815" y="17713"/>
                  <a:pt x="24717" y="17260"/>
                  <a:pt x="24582" y="16818"/>
                </a:cubicBezTo>
                <a:cubicBezTo>
                  <a:pt x="26550" y="15547"/>
                  <a:pt x="28024" y="13524"/>
                  <a:pt x="28441" y="11154"/>
                </a:cubicBezTo>
                <a:cubicBezTo>
                  <a:pt x="29253" y="6545"/>
                  <a:pt x="26353" y="2608"/>
                  <a:pt x="22191" y="938"/>
                </a:cubicBezTo>
                <a:cubicBezTo>
                  <a:pt x="20987" y="455"/>
                  <a:pt x="19607" y="199"/>
                  <a:pt x="18228" y="199"/>
                </a:cubicBezTo>
                <a:cubicBezTo>
                  <a:pt x="16729" y="199"/>
                  <a:pt x="15231" y="502"/>
                  <a:pt x="13964" y="1145"/>
                </a:cubicBezTo>
                <a:cubicBezTo>
                  <a:pt x="12626" y="428"/>
                  <a:pt x="10892" y="1"/>
                  <a:pt x="91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222;p33"/>
          <p:cNvPicPr preferRelativeResize="0"/>
          <p:nvPr/>
        </p:nvPicPr>
        <p:blipFill>
          <a:blip r:embed="rId3">
            <a:alphaModFix amt="56000"/>
          </a:blip>
          <a:stretch>
            <a:fillRect/>
          </a:stretch>
        </p:blipFill>
        <p:spPr>
          <a:xfrm rot="10235178">
            <a:off x="737478" y="910665"/>
            <a:ext cx="2511033" cy="224586"/>
          </a:xfrm>
          <a:prstGeom prst="rect">
            <a:avLst/>
          </a:prstGeom>
          <a:noFill/>
          <a:ln>
            <a:noFill/>
          </a:ln>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randombar(horizontal)">
                                      <p:cBhvr>
                                        <p:cTn id="7" dur="500"/>
                                        <p:tgtEl>
                                          <p:spTgt spid="33"/>
                                        </p:tgtEl>
                                      </p:cBhvr>
                                    </p:animEffect>
                                  </p:childTnLst>
                                </p:cTn>
                              </p:par>
                              <p:par>
                                <p:cTn id="8" presetID="26" presetClass="entr" presetSubtype="0" fill="hold" grpId="0" nodeType="withEffect">
                                  <p:stCondLst>
                                    <p:cond delay="0"/>
                                  </p:stCondLst>
                                  <p:childTnLst>
                                    <p:set>
                                      <p:cBhvr>
                                        <p:cTn id="9" dur="1" fill="hold">
                                          <p:stCondLst>
                                            <p:cond delay="0"/>
                                          </p:stCondLst>
                                        </p:cTn>
                                        <p:tgtEl>
                                          <p:spTgt spid="288"/>
                                        </p:tgtEl>
                                        <p:attrNameLst>
                                          <p:attrName>style.visibility</p:attrName>
                                        </p:attrNameLst>
                                      </p:cBhvr>
                                      <p:to>
                                        <p:strVal val="visible"/>
                                      </p:to>
                                    </p:set>
                                    <p:animEffect transition="in" filter="wipe(down)">
                                      <p:cBhvr>
                                        <p:cTn id="10" dur="290">
                                          <p:stCondLst>
                                            <p:cond delay="0"/>
                                          </p:stCondLst>
                                        </p:cTn>
                                        <p:tgtEl>
                                          <p:spTgt spid="288"/>
                                        </p:tgtEl>
                                      </p:cBhvr>
                                    </p:animEffect>
                                    <p:anim calcmode="lin" valueType="num">
                                      <p:cBhvr>
                                        <p:cTn id="11" dur="911" tmFilter="0,0; 0.14,0.36; 0.43,0.73; 0.71,0.91; 1.0,1.0">
                                          <p:stCondLst>
                                            <p:cond delay="0"/>
                                          </p:stCondLst>
                                        </p:cTn>
                                        <p:tgtEl>
                                          <p:spTgt spid="288"/>
                                        </p:tgtEl>
                                        <p:attrNameLst>
                                          <p:attrName>ppt_x</p:attrName>
                                        </p:attrNameLst>
                                      </p:cBhvr>
                                      <p:tavLst>
                                        <p:tav tm="0">
                                          <p:val>
                                            <p:strVal val="#ppt_x-0.25"/>
                                          </p:val>
                                        </p:tav>
                                        <p:tav tm="100000">
                                          <p:val>
                                            <p:strVal val="#ppt_x"/>
                                          </p:val>
                                        </p:tav>
                                      </p:tavLst>
                                    </p:anim>
                                    <p:anim calcmode="lin" valueType="num">
                                      <p:cBhvr>
                                        <p:cTn id="12" dur="332" tmFilter="0.0,0.0; 0.25,0.07; 0.50,0.2; 0.75,0.467; 1.0,1.0">
                                          <p:stCondLst>
                                            <p:cond delay="0"/>
                                          </p:stCondLst>
                                        </p:cTn>
                                        <p:tgtEl>
                                          <p:spTgt spid="288"/>
                                        </p:tgtEl>
                                        <p:attrNameLst>
                                          <p:attrName>ppt_y</p:attrName>
                                        </p:attrNameLst>
                                      </p:cBhvr>
                                      <p:tavLst>
                                        <p:tav tm="0" fmla="#ppt_y-sin(pi*$)/3">
                                          <p:val>
                                            <p:fltVal val="0.5"/>
                                          </p:val>
                                        </p:tav>
                                        <p:tav tm="100000">
                                          <p:val>
                                            <p:fltVal val="1"/>
                                          </p:val>
                                        </p:tav>
                                      </p:tavLst>
                                    </p:anim>
                                    <p:anim calcmode="lin" valueType="num">
                                      <p:cBhvr>
                                        <p:cTn id="13" dur="332" tmFilter="0, 0; 0.125,0.2665; 0.25,0.4; 0.375,0.465; 0.5,0.5;  0.625,0.535; 0.75,0.6; 0.875,0.7335; 1,1">
                                          <p:stCondLst>
                                            <p:cond delay="332"/>
                                          </p:stCondLst>
                                        </p:cTn>
                                        <p:tgtEl>
                                          <p:spTgt spid="288"/>
                                        </p:tgtEl>
                                        <p:attrNameLst>
                                          <p:attrName>ppt_y</p:attrName>
                                        </p:attrNameLst>
                                      </p:cBhvr>
                                      <p:tavLst>
                                        <p:tav tm="0" fmla="#ppt_y-sin(pi*$)/9">
                                          <p:val>
                                            <p:fltVal val="0"/>
                                          </p:val>
                                        </p:tav>
                                        <p:tav tm="100000">
                                          <p:val>
                                            <p:fltVal val="1"/>
                                          </p:val>
                                        </p:tav>
                                      </p:tavLst>
                                    </p:anim>
                                    <p:anim calcmode="lin" valueType="num">
                                      <p:cBhvr>
                                        <p:cTn id="14" dur="166" tmFilter="0, 0; 0.125,0.2665; 0.25,0.4; 0.375,0.465; 0.5,0.5;  0.625,0.535; 0.75,0.6; 0.875,0.7335; 1,1">
                                          <p:stCondLst>
                                            <p:cond delay="662"/>
                                          </p:stCondLst>
                                        </p:cTn>
                                        <p:tgtEl>
                                          <p:spTgt spid="288"/>
                                        </p:tgtEl>
                                        <p:attrNameLst>
                                          <p:attrName>ppt_y</p:attrName>
                                        </p:attrNameLst>
                                      </p:cBhvr>
                                      <p:tavLst>
                                        <p:tav tm="0" fmla="#ppt_y-sin(pi*$)/27">
                                          <p:val>
                                            <p:fltVal val="0"/>
                                          </p:val>
                                        </p:tav>
                                        <p:tav tm="100000">
                                          <p:val>
                                            <p:fltVal val="1"/>
                                          </p:val>
                                        </p:tav>
                                      </p:tavLst>
                                    </p:anim>
                                    <p:anim calcmode="lin" valueType="num">
                                      <p:cBhvr>
                                        <p:cTn id="15" dur="82" tmFilter="0, 0; 0.125,0.2665; 0.25,0.4; 0.375,0.465; 0.5,0.5;  0.625,0.535; 0.75,0.6; 0.875,0.7335; 1,1">
                                          <p:stCondLst>
                                            <p:cond delay="828"/>
                                          </p:stCondLst>
                                        </p:cTn>
                                        <p:tgtEl>
                                          <p:spTgt spid="288"/>
                                        </p:tgtEl>
                                        <p:attrNameLst>
                                          <p:attrName>ppt_y</p:attrName>
                                        </p:attrNameLst>
                                      </p:cBhvr>
                                      <p:tavLst>
                                        <p:tav tm="0" fmla="#ppt_y-sin(pi*$)/81">
                                          <p:val>
                                            <p:fltVal val="0"/>
                                          </p:val>
                                        </p:tav>
                                        <p:tav tm="100000">
                                          <p:val>
                                            <p:fltVal val="1"/>
                                          </p:val>
                                        </p:tav>
                                      </p:tavLst>
                                    </p:anim>
                                    <p:animScale>
                                      <p:cBhvr>
                                        <p:cTn id="16" dur="13">
                                          <p:stCondLst>
                                            <p:cond delay="325"/>
                                          </p:stCondLst>
                                        </p:cTn>
                                        <p:tgtEl>
                                          <p:spTgt spid="288"/>
                                        </p:tgtEl>
                                      </p:cBhvr>
                                      <p:to x="100000" y="60000"/>
                                    </p:animScale>
                                    <p:animScale>
                                      <p:cBhvr>
                                        <p:cTn id="17" dur="83" decel="50000">
                                          <p:stCondLst>
                                            <p:cond delay="338"/>
                                          </p:stCondLst>
                                        </p:cTn>
                                        <p:tgtEl>
                                          <p:spTgt spid="288"/>
                                        </p:tgtEl>
                                      </p:cBhvr>
                                      <p:to x="100000" y="100000"/>
                                    </p:animScale>
                                    <p:animScale>
                                      <p:cBhvr>
                                        <p:cTn id="18" dur="13">
                                          <p:stCondLst>
                                            <p:cond delay="656"/>
                                          </p:stCondLst>
                                        </p:cTn>
                                        <p:tgtEl>
                                          <p:spTgt spid="288"/>
                                        </p:tgtEl>
                                      </p:cBhvr>
                                      <p:to x="100000" y="80000"/>
                                    </p:animScale>
                                    <p:animScale>
                                      <p:cBhvr>
                                        <p:cTn id="19" dur="83" decel="50000">
                                          <p:stCondLst>
                                            <p:cond delay="669"/>
                                          </p:stCondLst>
                                        </p:cTn>
                                        <p:tgtEl>
                                          <p:spTgt spid="288"/>
                                        </p:tgtEl>
                                      </p:cBhvr>
                                      <p:to x="100000" y="100000"/>
                                    </p:animScale>
                                    <p:animScale>
                                      <p:cBhvr>
                                        <p:cTn id="20" dur="13">
                                          <p:stCondLst>
                                            <p:cond delay="821"/>
                                          </p:stCondLst>
                                        </p:cTn>
                                        <p:tgtEl>
                                          <p:spTgt spid="288"/>
                                        </p:tgtEl>
                                      </p:cBhvr>
                                      <p:to x="100000" y="90000"/>
                                    </p:animScale>
                                    <p:animScale>
                                      <p:cBhvr>
                                        <p:cTn id="21" dur="83" decel="50000">
                                          <p:stCondLst>
                                            <p:cond delay="834"/>
                                          </p:stCondLst>
                                        </p:cTn>
                                        <p:tgtEl>
                                          <p:spTgt spid="288"/>
                                        </p:tgtEl>
                                      </p:cBhvr>
                                      <p:to x="100000" y="100000"/>
                                    </p:animScale>
                                    <p:animScale>
                                      <p:cBhvr>
                                        <p:cTn id="22" dur="13">
                                          <p:stCondLst>
                                            <p:cond delay="904"/>
                                          </p:stCondLst>
                                        </p:cTn>
                                        <p:tgtEl>
                                          <p:spTgt spid="288"/>
                                        </p:tgtEl>
                                      </p:cBhvr>
                                      <p:to x="100000" y="95000"/>
                                    </p:animScale>
                                    <p:animScale>
                                      <p:cBhvr>
                                        <p:cTn id="23" dur="83" decel="50000">
                                          <p:stCondLst>
                                            <p:cond delay="917"/>
                                          </p:stCondLst>
                                        </p:cTn>
                                        <p:tgtEl>
                                          <p:spTgt spid="288"/>
                                        </p:tgtEl>
                                      </p:cBhvr>
                                      <p:to x="100000" y="100000"/>
                                    </p:animScale>
                                  </p:childTnLst>
                                </p:cTn>
                              </p:par>
                              <p:par>
                                <p:cTn id="24" presetID="6" presetClass="entr" presetSubtype="16" fill="hold" nodeType="withEffect">
                                  <p:stCondLst>
                                    <p:cond delay="0"/>
                                  </p:stCondLst>
                                  <p:childTnLst>
                                    <p:set>
                                      <p:cBhvr>
                                        <p:cTn id="25" dur="1" fill="hold">
                                          <p:stCondLst>
                                            <p:cond delay="0"/>
                                          </p:stCondLst>
                                        </p:cTn>
                                        <p:tgtEl>
                                          <p:spTgt spid="289"/>
                                        </p:tgtEl>
                                        <p:attrNameLst>
                                          <p:attrName>style.visibility</p:attrName>
                                        </p:attrNameLst>
                                      </p:cBhvr>
                                      <p:to>
                                        <p:strVal val="visible"/>
                                      </p:to>
                                    </p:set>
                                    <p:animEffect transition="in" filter="circle(in)">
                                      <p:cBhvr>
                                        <p:cTn id="26" dur="1250"/>
                                        <p:tgtEl>
                                          <p:spTgt spid="289"/>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293">
                                            <p:txEl>
                                              <p:pRg st="0" end="0"/>
                                            </p:txEl>
                                          </p:spTgt>
                                        </p:tgtEl>
                                        <p:attrNameLst>
                                          <p:attrName>style.visibility</p:attrName>
                                        </p:attrNameLst>
                                      </p:cBhvr>
                                      <p:to>
                                        <p:strVal val="visible"/>
                                      </p:to>
                                    </p:set>
                                    <p:animEffect transition="in" filter="barn(inVertical)">
                                      <p:cBhvr>
                                        <p:cTn id="29" dur="500"/>
                                        <p:tgtEl>
                                          <p:spTgt spid="293">
                                            <p:txEl>
                                              <p:pRg st="0" end="0"/>
                                            </p:txEl>
                                          </p:spTgt>
                                        </p:tgtEl>
                                      </p:cBhvr>
                                    </p:animEffect>
                                  </p:childTnLst>
                                </p:cTn>
                              </p:par>
                              <p:par>
                                <p:cTn id="30" presetID="42" presetClass="entr" presetSubtype="0" fill="hold" nodeType="withEffect">
                                  <p:stCondLst>
                                    <p:cond delay="750"/>
                                  </p:stCondLst>
                                  <p:childTnLst>
                                    <p:set>
                                      <p:cBhvr>
                                        <p:cTn id="31" dur="1" fill="hold">
                                          <p:stCondLst>
                                            <p:cond delay="0"/>
                                          </p:stCondLst>
                                        </p:cTn>
                                        <p:tgtEl>
                                          <p:spTgt spid="300"/>
                                        </p:tgtEl>
                                        <p:attrNameLst>
                                          <p:attrName>style.visibility</p:attrName>
                                        </p:attrNameLst>
                                      </p:cBhvr>
                                      <p:to>
                                        <p:strVal val="visible"/>
                                      </p:to>
                                    </p:set>
                                    <p:animEffect transition="in" filter="fade">
                                      <p:cBhvr>
                                        <p:cTn id="32" dur="1000"/>
                                        <p:tgtEl>
                                          <p:spTgt spid="300"/>
                                        </p:tgtEl>
                                      </p:cBhvr>
                                    </p:animEffect>
                                    <p:anim calcmode="lin" valueType="num">
                                      <p:cBhvr>
                                        <p:cTn id="33" dur="1000" fill="hold"/>
                                        <p:tgtEl>
                                          <p:spTgt spid="300"/>
                                        </p:tgtEl>
                                        <p:attrNameLst>
                                          <p:attrName>ppt_x</p:attrName>
                                        </p:attrNameLst>
                                      </p:cBhvr>
                                      <p:tavLst>
                                        <p:tav tm="0">
                                          <p:val>
                                            <p:strVal val="#ppt_x"/>
                                          </p:val>
                                        </p:tav>
                                        <p:tav tm="100000">
                                          <p:val>
                                            <p:strVal val="#ppt_x"/>
                                          </p:val>
                                        </p:tav>
                                      </p:tavLst>
                                    </p:anim>
                                    <p:anim calcmode="lin" valueType="num">
                                      <p:cBhvr>
                                        <p:cTn id="34" dur="1000" fill="hold"/>
                                        <p:tgtEl>
                                          <p:spTgt spid="30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750"/>
                                  </p:stCondLst>
                                  <p:childTnLst>
                                    <p:set>
                                      <p:cBhvr>
                                        <p:cTn id="36" dur="1" fill="hold">
                                          <p:stCondLst>
                                            <p:cond delay="0"/>
                                          </p:stCondLst>
                                        </p:cTn>
                                        <p:tgtEl>
                                          <p:spTgt spid="312"/>
                                        </p:tgtEl>
                                        <p:attrNameLst>
                                          <p:attrName>style.visibility</p:attrName>
                                        </p:attrNameLst>
                                      </p:cBhvr>
                                      <p:to>
                                        <p:strVal val="visible"/>
                                      </p:to>
                                    </p:set>
                                    <p:animEffect transition="in" filter="fade">
                                      <p:cBhvr>
                                        <p:cTn id="37" dur="1000"/>
                                        <p:tgtEl>
                                          <p:spTgt spid="312"/>
                                        </p:tgtEl>
                                      </p:cBhvr>
                                    </p:animEffect>
                                    <p:anim calcmode="lin" valueType="num">
                                      <p:cBhvr>
                                        <p:cTn id="38" dur="1000" fill="hold"/>
                                        <p:tgtEl>
                                          <p:spTgt spid="312"/>
                                        </p:tgtEl>
                                        <p:attrNameLst>
                                          <p:attrName>ppt_x</p:attrName>
                                        </p:attrNameLst>
                                      </p:cBhvr>
                                      <p:tavLst>
                                        <p:tav tm="0">
                                          <p:val>
                                            <p:strVal val="#ppt_x"/>
                                          </p:val>
                                        </p:tav>
                                        <p:tav tm="100000">
                                          <p:val>
                                            <p:strVal val="#ppt_x"/>
                                          </p:val>
                                        </p:tav>
                                      </p:tavLst>
                                    </p:anim>
                                    <p:anim calcmode="lin" valueType="num">
                                      <p:cBhvr>
                                        <p:cTn id="39" dur="1000" fill="hold"/>
                                        <p:tgtEl>
                                          <p:spTgt spid="31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750"/>
                                  </p:stCondLst>
                                  <p:childTnLst>
                                    <p:set>
                                      <p:cBhvr>
                                        <p:cTn id="41" dur="1" fill="hold">
                                          <p:stCondLst>
                                            <p:cond delay="0"/>
                                          </p:stCondLst>
                                        </p:cTn>
                                        <p:tgtEl>
                                          <p:spTgt spid="318"/>
                                        </p:tgtEl>
                                        <p:attrNameLst>
                                          <p:attrName>style.visibility</p:attrName>
                                        </p:attrNameLst>
                                      </p:cBhvr>
                                      <p:to>
                                        <p:strVal val="visible"/>
                                      </p:to>
                                    </p:set>
                                    <p:animEffect transition="in" filter="fade">
                                      <p:cBhvr>
                                        <p:cTn id="42" dur="1000"/>
                                        <p:tgtEl>
                                          <p:spTgt spid="318"/>
                                        </p:tgtEl>
                                      </p:cBhvr>
                                    </p:animEffect>
                                    <p:anim calcmode="lin" valueType="num">
                                      <p:cBhvr>
                                        <p:cTn id="43" dur="1000" fill="hold"/>
                                        <p:tgtEl>
                                          <p:spTgt spid="318"/>
                                        </p:tgtEl>
                                        <p:attrNameLst>
                                          <p:attrName>ppt_x</p:attrName>
                                        </p:attrNameLst>
                                      </p:cBhvr>
                                      <p:tavLst>
                                        <p:tav tm="0">
                                          <p:val>
                                            <p:strVal val="#ppt_x"/>
                                          </p:val>
                                        </p:tav>
                                        <p:tav tm="100000">
                                          <p:val>
                                            <p:strVal val="#ppt_x"/>
                                          </p:val>
                                        </p:tav>
                                      </p:tavLst>
                                    </p:anim>
                                    <p:anim calcmode="lin" valueType="num">
                                      <p:cBhvr>
                                        <p:cTn id="44" dur="1000" fill="hold"/>
                                        <p:tgtEl>
                                          <p:spTgt spid="318"/>
                                        </p:tgtEl>
                                        <p:attrNameLst>
                                          <p:attrName>ppt_y</p:attrName>
                                        </p:attrNameLst>
                                      </p:cBhvr>
                                      <p:tavLst>
                                        <p:tav tm="0">
                                          <p:val>
                                            <p:strVal val="#ppt_y+.1"/>
                                          </p:val>
                                        </p:tav>
                                        <p:tav tm="100000">
                                          <p:val>
                                            <p:strVal val="#ppt_y"/>
                                          </p:val>
                                        </p:tav>
                                      </p:tavLst>
                                    </p:anim>
                                  </p:childTnLst>
                                </p:cTn>
                              </p:par>
                              <p:par>
                                <p:cTn id="45" presetID="53" presetClass="entr" presetSubtype="16" fill="hold" grpId="0" nodeType="withEffect">
                                  <p:stCondLst>
                                    <p:cond delay="750"/>
                                  </p:stCondLst>
                                  <p:childTnLst>
                                    <p:set>
                                      <p:cBhvr>
                                        <p:cTn id="46" dur="1" fill="hold">
                                          <p:stCondLst>
                                            <p:cond delay="0"/>
                                          </p:stCondLst>
                                        </p:cTn>
                                        <p:tgtEl>
                                          <p:spTgt spid="295">
                                            <p:txEl>
                                              <p:pRg st="0" end="0"/>
                                            </p:txEl>
                                          </p:spTgt>
                                        </p:tgtEl>
                                        <p:attrNameLst>
                                          <p:attrName>style.visibility</p:attrName>
                                        </p:attrNameLst>
                                      </p:cBhvr>
                                      <p:to>
                                        <p:strVal val="visible"/>
                                      </p:to>
                                    </p:set>
                                    <p:anim calcmode="lin" valueType="num">
                                      <p:cBhvr>
                                        <p:cTn id="47" dur="1000" fill="hold"/>
                                        <p:tgtEl>
                                          <p:spTgt spid="295">
                                            <p:txEl>
                                              <p:pRg st="0" end="0"/>
                                            </p:txEl>
                                          </p:spTgt>
                                        </p:tgtEl>
                                        <p:attrNameLst>
                                          <p:attrName>ppt_w</p:attrName>
                                        </p:attrNameLst>
                                      </p:cBhvr>
                                      <p:tavLst>
                                        <p:tav tm="0">
                                          <p:val>
                                            <p:fltVal val="0"/>
                                          </p:val>
                                        </p:tav>
                                        <p:tav tm="100000">
                                          <p:val>
                                            <p:strVal val="#ppt_w"/>
                                          </p:val>
                                        </p:tav>
                                      </p:tavLst>
                                    </p:anim>
                                    <p:anim calcmode="lin" valueType="num">
                                      <p:cBhvr>
                                        <p:cTn id="48" dur="1000" fill="hold"/>
                                        <p:tgtEl>
                                          <p:spTgt spid="295">
                                            <p:txEl>
                                              <p:pRg st="0" end="0"/>
                                            </p:txEl>
                                          </p:spTgt>
                                        </p:tgtEl>
                                        <p:attrNameLst>
                                          <p:attrName>ppt_h</p:attrName>
                                        </p:attrNameLst>
                                      </p:cBhvr>
                                      <p:tavLst>
                                        <p:tav tm="0">
                                          <p:val>
                                            <p:fltVal val="0"/>
                                          </p:val>
                                        </p:tav>
                                        <p:tav tm="100000">
                                          <p:val>
                                            <p:strVal val="#ppt_h"/>
                                          </p:val>
                                        </p:tav>
                                      </p:tavLst>
                                    </p:anim>
                                    <p:animEffect transition="in" filter="fade">
                                      <p:cBhvr>
                                        <p:cTn id="49" dur="1000"/>
                                        <p:tgtEl>
                                          <p:spTgt spid="295">
                                            <p:txEl>
                                              <p:pRg st="0" end="0"/>
                                            </p:txEl>
                                          </p:spTgt>
                                        </p:tgtEl>
                                      </p:cBhvr>
                                    </p:animEffect>
                                  </p:childTnLst>
                                </p:cTn>
                              </p:par>
                              <p:par>
                                <p:cTn id="50" presetID="53" presetClass="entr" presetSubtype="16" fill="hold" grpId="0" nodeType="withEffect">
                                  <p:stCondLst>
                                    <p:cond delay="750"/>
                                  </p:stCondLst>
                                  <p:childTnLst>
                                    <p:set>
                                      <p:cBhvr>
                                        <p:cTn id="51" dur="1" fill="hold">
                                          <p:stCondLst>
                                            <p:cond delay="0"/>
                                          </p:stCondLst>
                                        </p:cTn>
                                        <p:tgtEl>
                                          <p:spTgt spid="297">
                                            <p:txEl>
                                              <p:pRg st="0" end="0"/>
                                            </p:txEl>
                                          </p:spTgt>
                                        </p:tgtEl>
                                        <p:attrNameLst>
                                          <p:attrName>style.visibility</p:attrName>
                                        </p:attrNameLst>
                                      </p:cBhvr>
                                      <p:to>
                                        <p:strVal val="visible"/>
                                      </p:to>
                                    </p:set>
                                    <p:anim calcmode="lin" valueType="num">
                                      <p:cBhvr>
                                        <p:cTn id="52" dur="1000" fill="hold"/>
                                        <p:tgtEl>
                                          <p:spTgt spid="297">
                                            <p:txEl>
                                              <p:pRg st="0" end="0"/>
                                            </p:txEl>
                                          </p:spTgt>
                                        </p:tgtEl>
                                        <p:attrNameLst>
                                          <p:attrName>ppt_w</p:attrName>
                                        </p:attrNameLst>
                                      </p:cBhvr>
                                      <p:tavLst>
                                        <p:tav tm="0">
                                          <p:val>
                                            <p:fltVal val="0"/>
                                          </p:val>
                                        </p:tav>
                                        <p:tav tm="100000">
                                          <p:val>
                                            <p:strVal val="#ppt_w"/>
                                          </p:val>
                                        </p:tav>
                                      </p:tavLst>
                                    </p:anim>
                                    <p:anim calcmode="lin" valueType="num">
                                      <p:cBhvr>
                                        <p:cTn id="53" dur="1000" fill="hold"/>
                                        <p:tgtEl>
                                          <p:spTgt spid="297">
                                            <p:txEl>
                                              <p:pRg st="0" end="0"/>
                                            </p:txEl>
                                          </p:spTgt>
                                        </p:tgtEl>
                                        <p:attrNameLst>
                                          <p:attrName>ppt_h</p:attrName>
                                        </p:attrNameLst>
                                      </p:cBhvr>
                                      <p:tavLst>
                                        <p:tav tm="0">
                                          <p:val>
                                            <p:fltVal val="0"/>
                                          </p:val>
                                        </p:tav>
                                        <p:tav tm="100000">
                                          <p:val>
                                            <p:strVal val="#ppt_h"/>
                                          </p:val>
                                        </p:tav>
                                      </p:tavLst>
                                    </p:anim>
                                    <p:animEffect transition="in" filter="fade">
                                      <p:cBhvr>
                                        <p:cTn id="54" dur="1000"/>
                                        <p:tgtEl>
                                          <p:spTgt spid="297">
                                            <p:txEl>
                                              <p:pRg st="0" end="0"/>
                                            </p:txEl>
                                          </p:spTgt>
                                        </p:tgtEl>
                                      </p:cBhvr>
                                    </p:animEffect>
                                  </p:childTnLst>
                                </p:cTn>
                              </p:par>
                              <p:par>
                                <p:cTn id="55" presetID="53" presetClass="entr" presetSubtype="16" fill="hold" grpId="0" nodeType="withEffect">
                                  <p:stCondLst>
                                    <p:cond delay="750"/>
                                  </p:stCondLst>
                                  <p:childTnLst>
                                    <p:set>
                                      <p:cBhvr>
                                        <p:cTn id="56" dur="1" fill="hold">
                                          <p:stCondLst>
                                            <p:cond delay="0"/>
                                          </p:stCondLst>
                                        </p:cTn>
                                        <p:tgtEl>
                                          <p:spTgt spid="299">
                                            <p:txEl>
                                              <p:pRg st="0" end="0"/>
                                            </p:txEl>
                                          </p:spTgt>
                                        </p:tgtEl>
                                        <p:attrNameLst>
                                          <p:attrName>style.visibility</p:attrName>
                                        </p:attrNameLst>
                                      </p:cBhvr>
                                      <p:to>
                                        <p:strVal val="visible"/>
                                      </p:to>
                                    </p:set>
                                    <p:anim calcmode="lin" valueType="num">
                                      <p:cBhvr>
                                        <p:cTn id="57" dur="1000" fill="hold"/>
                                        <p:tgtEl>
                                          <p:spTgt spid="299">
                                            <p:txEl>
                                              <p:pRg st="0" end="0"/>
                                            </p:txEl>
                                          </p:spTgt>
                                        </p:tgtEl>
                                        <p:attrNameLst>
                                          <p:attrName>ppt_w</p:attrName>
                                        </p:attrNameLst>
                                      </p:cBhvr>
                                      <p:tavLst>
                                        <p:tav tm="0">
                                          <p:val>
                                            <p:fltVal val="0"/>
                                          </p:val>
                                        </p:tav>
                                        <p:tav tm="100000">
                                          <p:val>
                                            <p:strVal val="#ppt_w"/>
                                          </p:val>
                                        </p:tav>
                                      </p:tavLst>
                                    </p:anim>
                                    <p:anim calcmode="lin" valueType="num">
                                      <p:cBhvr>
                                        <p:cTn id="58" dur="1000" fill="hold"/>
                                        <p:tgtEl>
                                          <p:spTgt spid="299">
                                            <p:txEl>
                                              <p:pRg st="0" end="0"/>
                                            </p:txEl>
                                          </p:spTgt>
                                        </p:tgtEl>
                                        <p:attrNameLst>
                                          <p:attrName>ppt_h</p:attrName>
                                        </p:attrNameLst>
                                      </p:cBhvr>
                                      <p:tavLst>
                                        <p:tav tm="0">
                                          <p:val>
                                            <p:fltVal val="0"/>
                                          </p:val>
                                        </p:tav>
                                        <p:tav tm="100000">
                                          <p:val>
                                            <p:strVal val="#ppt_h"/>
                                          </p:val>
                                        </p:tav>
                                      </p:tavLst>
                                    </p:anim>
                                    <p:animEffect transition="in" filter="fade">
                                      <p:cBhvr>
                                        <p:cTn id="59" dur="1000"/>
                                        <p:tgtEl>
                                          <p:spTgt spid="2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 grpId="0"/>
      <p:bldP spid="293" grpId="0" build="p"/>
      <p:bldP spid="295" grpId="0" build="p"/>
      <p:bldP spid="297" grpId="0" build="p"/>
      <p:bldP spid="299" grpId="0" build="p"/>
      <p:bldP spid="3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5"/>
          <p:cNvSpPr txBox="1">
            <a:spLocks noGrp="1"/>
          </p:cNvSpPr>
          <p:nvPr>
            <p:ph type="title"/>
          </p:nvPr>
        </p:nvSpPr>
        <p:spPr>
          <a:xfrm>
            <a:off x="2906287" y="850734"/>
            <a:ext cx="3314494" cy="49384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200" dirty="0" smtClean="0"/>
              <a:t>Tính năng chính của Jira</a:t>
            </a:r>
            <a:endParaRPr sz="2200" dirty="0"/>
          </a:p>
        </p:txBody>
      </p:sp>
      <p:sp>
        <p:nvSpPr>
          <p:cNvPr id="443" name="Google Shape;443;p45"/>
          <p:cNvSpPr txBox="1">
            <a:spLocks noGrp="1"/>
          </p:cNvSpPr>
          <p:nvPr>
            <p:ph type="subTitle" idx="4294967295"/>
          </p:nvPr>
        </p:nvSpPr>
        <p:spPr>
          <a:xfrm>
            <a:off x="517512" y="3347771"/>
            <a:ext cx="1694486" cy="71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Quản lý và theo dõi tiến độ dự án</a:t>
            </a:r>
            <a:endParaRPr sz="1400" dirty="0">
              <a:solidFill>
                <a:schemeClr val="dk2"/>
              </a:solidFill>
            </a:endParaRPr>
          </a:p>
        </p:txBody>
      </p:sp>
      <p:sp>
        <p:nvSpPr>
          <p:cNvPr id="444" name="Google Shape;444;p45"/>
          <p:cNvSpPr txBox="1">
            <a:spLocks noGrp="1"/>
          </p:cNvSpPr>
          <p:nvPr>
            <p:ph type="subTitle" idx="4294967295"/>
          </p:nvPr>
        </p:nvSpPr>
        <p:spPr>
          <a:xfrm>
            <a:off x="2226817" y="3347771"/>
            <a:ext cx="1922871" cy="71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smtClean="0">
                <a:solidFill>
                  <a:schemeClr val="dk2"/>
                </a:solidFill>
              </a:rPr>
              <a:t>Quản lý các task, bugs, tính năng mới hay bất kỳ vấn đề nào</a:t>
            </a:r>
            <a:endParaRPr sz="1400" dirty="0">
              <a:solidFill>
                <a:schemeClr val="dk2"/>
              </a:solidFill>
            </a:endParaRPr>
          </a:p>
        </p:txBody>
      </p:sp>
      <p:pic>
        <p:nvPicPr>
          <p:cNvPr id="446" name="Google Shape;446;p45"/>
          <p:cNvPicPr preferRelativeResize="0"/>
          <p:nvPr/>
        </p:nvPicPr>
        <p:blipFill>
          <a:blip r:embed="rId3">
            <a:alphaModFix amt="86000"/>
          </a:blip>
          <a:stretch>
            <a:fillRect/>
          </a:stretch>
        </p:blipFill>
        <p:spPr>
          <a:xfrm rot="201107">
            <a:off x="2230473" y="711748"/>
            <a:ext cx="4524828" cy="764362"/>
          </a:xfrm>
          <a:prstGeom prst="rect">
            <a:avLst/>
          </a:prstGeom>
          <a:noFill/>
          <a:ln>
            <a:noFill/>
          </a:ln>
        </p:spPr>
      </p:pic>
      <p:sp>
        <p:nvSpPr>
          <p:cNvPr id="448" name="Google Shape;448;p45"/>
          <p:cNvSpPr txBox="1">
            <a:spLocks noGrp="1"/>
          </p:cNvSpPr>
          <p:nvPr>
            <p:ph type="subTitle" idx="4294967295"/>
          </p:nvPr>
        </p:nvSpPr>
        <p:spPr>
          <a:xfrm>
            <a:off x="4600163" y="3420195"/>
            <a:ext cx="1554000" cy="71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Xây dựng quy trình làm việc ~ dự án</a:t>
            </a:r>
            <a:endParaRPr sz="1400" dirty="0">
              <a:solidFill>
                <a:schemeClr val="dk2"/>
              </a:solidFill>
            </a:endParaRPr>
          </a:p>
        </p:txBody>
      </p:sp>
      <p:sp>
        <p:nvSpPr>
          <p:cNvPr id="449" name="Google Shape;449;p45"/>
          <p:cNvSpPr txBox="1">
            <a:spLocks noGrp="1"/>
          </p:cNvSpPr>
          <p:nvPr>
            <p:ph type="subTitle" idx="4294967295"/>
          </p:nvPr>
        </p:nvSpPr>
        <p:spPr>
          <a:xfrm>
            <a:off x="6687629" y="3420195"/>
            <a:ext cx="1684578" cy="71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Cung cấp nhiều loại báo cáo thống kê</a:t>
            </a:r>
            <a:endParaRPr sz="1400" dirty="0">
              <a:solidFill>
                <a:schemeClr val="dk2"/>
              </a:solidFill>
            </a:endParaRPr>
          </a:p>
        </p:txBody>
      </p:sp>
      <p:pic>
        <p:nvPicPr>
          <p:cNvPr id="451" name="Google Shape;451;p45"/>
          <p:cNvPicPr preferRelativeResize="0"/>
          <p:nvPr/>
        </p:nvPicPr>
        <p:blipFill>
          <a:blip r:embed="rId4">
            <a:alphaModFix amt="80000"/>
          </a:blip>
          <a:stretch>
            <a:fillRect/>
          </a:stretch>
        </p:blipFill>
        <p:spPr>
          <a:xfrm rot="18012832" flipH="1">
            <a:off x="1055345" y="2265163"/>
            <a:ext cx="1812870" cy="336640"/>
          </a:xfrm>
          <a:prstGeom prst="rect">
            <a:avLst/>
          </a:prstGeom>
          <a:noFill/>
          <a:ln>
            <a:noFill/>
          </a:ln>
        </p:spPr>
      </p:pic>
      <p:pic>
        <p:nvPicPr>
          <p:cNvPr id="455" name="Google Shape;455;p45"/>
          <p:cNvPicPr preferRelativeResize="0"/>
          <p:nvPr/>
        </p:nvPicPr>
        <p:blipFill rotWithShape="1">
          <a:blip r:embed="rId5">
            <a:alphaModFix amt="71000"/>
          </a:blip>
          <a:srcRect l="101335" r="53189"/>
          <a:stretch/>
        </p:blipFill>
        <p:spPr>
          <a:xfrm rot="35" flipH="1">
            <a:off x="4581853" y="2192630"/>
            <a:ext cx="1001749" cy="758215"/>
          </a:xfrm>
          <a:prstGeom prst="rect">
            <a:avLst/>
          </a:prstGeom>
          <a:noFill/>
          <a:ln>
            <a:noFill/>
          </a:ln>
        </p:spPr>
      </p:pic>
      <p:pic>
        <p:nvPicPr>
          <p:cNvPr id="17" name="Google Shape;451;p45"/>
          <p:cNvPicPr preferRelativeResize="0"/>
          <p:nvPr/>
        </p:nvPicPr>
        <p:blipFill>
          <a:blip r:embed="rId4">
            <a:alphaModFix amt="80000"/>
          </a:blip>
          <a:stretch>
            <a:fillRect/>
          </a:stretch>
        </p:blipFill>
        <p:spPr>
          <a:xfrm rot="17483761" flipH="1">
            <a:off x="2948673" y="2304477"/>
            <a:ext cx="1593515" cy="400984"/>
          </a:xfrm>
          <a:prstGeom prst="rect">
            <a:avLst/>
          </a:prstGeom>
          <a:noFill/>
          <a:ln>
            <a:noFill/>
          </a:ln>
        </p:spPr>
      </p:pic>
      <p:pic>
        <p:nvPicPr>
          <p:cNvPr id="18" name="Google Shape;451;p45"/>
          <p:cNvPicPr preferRelativeResize="0"/>
          <p:nvPr/>
        </p:nvPicPr>
        <p:blipFill>
          <a:blip r:embed="rId4">
            <a:alphaModFix amt="80000"/>
          </a:blip>
          <a:stretch>
            <a:fillRect/>
          </a:stretch>
        </p:blipFill>
        <p:spPr>
          <a:xfrm rot="15424614" flipH="1">
            <a:off x="4182342" y="2306331"/>
            <a:ext cx="1668079" cy="400984"/>
          </a:xfrm>
          <a:prstGeom prst="rect">
            <a:avLst/>
          </a:prstGeom>
          <a:noFill/>
          <a:ln>
            <a:noFill/>
          </a:ln>
        </p:spPr>
      </p:pic>
      <p:pic>
        <p:nvPicPr>
          <p:cNvPr id="19" name="Google Shape;451;p45"/>
          <p:cNvPicPr preferRelativeResize="0"/>
          <p:nvPr/>
        </p:nvPicPr>
        <p:blipFill>
          <a:blip r:embed="rId4">
            <a:alphaModFix amt="80000"/>
          </a:blip>
          <a:stretch>
            <a:fillRect/>
          </a:stretch>
        </p:blipFill>
        <p:spPr>
          <a:xfrm rot="14394218" flipH="1">
            <a:off x="5822596" y="2288170"/>
            <a:ext cx="1824115" cy="400984"/>
          </a:xfrm>
          <a:prstGeom prst="rect">
            <a:avLst/>
          </a:prstGeom>
          <a:noFill/>
          <a:ln>
            <a:noFill/>
          </a:ln>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441"/>
                                        </p:tgtEl>
                                        <p:attrNameLst>
                                          <p:attrName>style.visibility</p:attrName>
                                        </p:attrNameLst>
                                      </p:cBhvr>
                                      <p:to>
                                        <p:strVal val="visible"/>
                                      </p:to>
                                    </p:set>
                                    <p:animEffect transition="in" filter="wipe(down)">
                                      <p:cBhvr>
                                        <p:cTn id="7" dur="217">
                                          <p:stCondLst>
                                            <p:cond delay="0"/>
                                          </p:stCondLst>
                                        </p:cTn>
                                        <p:tgtEl>
                                          <p:spTgt spid="441"/>
                                        </p:tgtEl>
                                      </p:cBhvr>
                                    </p:animEffect>
                                    <p:anim calcmode="lin" valueType="num">
                                      <p:cBhvr>
                                        <p:cTn id="8" dur="683" tmFilter="0,0; 0.14,0.36; 0.43,0.73; 0.71,0.91; 1.0,1.0">
                                          <p:stCondLst>
                                            <p:cond delay="0"/>
                                          </p:stCondLst>
                                        </p:cTn>
                                        <p:tgtEl>
                                          <p:spTgt spid="441"/>
                                        </p:tgtEl>
                                        <p:attrNameLst>
                                          <p:attrName>ppt_x</p:attrName>
                                        </p:attrNameLst>
                                      </p:cBhvr>
                                      <p:tavLst>
                                        <p:tav tm="0">
                                          <p:val>
                                            <p:strVal val="#ppt_x-0.25"/>
                                          </p:val>
                                        </p:tav>
                                        <p:tav tm="100000">
                                          <p:val>
                                            <p:strVal val="#ppt_x"/>
                                          </p:val>
                                        </p:tav>
                                      </p:tavLst>
                                    </p:anim>
                                    <p:anim calcmode="lin" valueType="num">
                                      <p:cBhvr>
                                        <p:cTn id="9" dur="249" tmFilter="0.0,0.0; 0.25,0.07; 0.50,0.2; 0.75,0.467; 1.0,1.0">
                                          <p:stCondLst>
                                            <p:cond delay="0"/>
                                          </p:stCondLst>
                                        </p:cTn>
                                        <p:tgtEl>
                                          <p:spTgt spid="441"/>
                                        </p:tgtEl>
                                        <p:attrNameLst>
                                          <p:attrName>ppt_y</p:attrName>
                                        </p:attrNameLst>
                                      </p:cBhvr>
                                      <p:tavLst>
                                        <p:tav tm="0" fmla="#ppt_y-sin(pi*$)/3">
                                          <p:val>
                                            <p:fltVal val="0.5"/>
                                          </p:val>
                                        </p:tav>
                                        <p:tav tm="100000">
                                          <p:val>
                                            <p:fltVal val="1"/>
                                          </p:val>
                                        </p:tav>
                                      </p:tavLst>
                                    </p:anim>
                                    <p:anim calcmode="lin" valueType="num">
                                      <p:cBhvr>
                                        <p:cTn id="10" dur="249" tmFilter="0, 0; 0.125,0.2665; 0.25,0.4; 0.375,0.465; 0.5,0.5;  0.625,0.535; 0.75,0.6; 0.875,0.7335; 1,1">
                                          <p:stCondLst>
                                            <p:cond delay="249"/>
                                          </p:stCondLst>
                                        </p:cTn>
                                        <p:tgtEl>
                                          <p:spTgt spid="441"/>
                                        </p:tgtEl>
                                        <p:attrNameLst>
                                          <p:attrName>ppt_y</p:attrName>
                                        </p:attrNameLst>
                                      </p:cBhvr>
                                      <p:tavLst>
                                        <p:tav tm="0" fmla="#ppt_y-sin(pi*$)/9">
                                          <p:val>
                                            <p:fltVal val="0"/>
                                          </p:val>
                                        </p:tav>
                                        <p:tav tm="100000">
                                          <p:val>
                                            <p:fltVal val="1"/>
                                          </p:val>
                                        </p:tav>
                                      </p:tavLst>
                                    </p:anim>
                                    <p:anim calcmode="lin" valueType="num">
                                      <p:cBhvr>
                                        <p:cTn id="11" dur="124" tmFilter="0, 0; 0.125,0.2665; 0.25,0.4; 0.375,0.465; 0.5,0.5;  0.625,0.535; 0.75,0.6; 0.875,0.7335; 1,1">
                                          <p:stCondLst>
                                            <p:cond delay="497"/>
                                          </p:stCondLst>
                                        </p:cTn>
                                        <p:tgtEl>
                                          <p:spTgt spid="441"/>
                                        </p:tgtEl>
                                        <p:attrNameLst>
                                          <p:attrName>ppt_y</p:attrName>
                                        </p:attrNameLst>
                                      </p:cBhvr>
                                      <p:tavLst>
                                        <p:tav tm="0" fmla="#ppt_y-sin(pi*$)/27">
                                          <p:val>
                                            <p:fltVal val="0"/>
                                          </p:val>
                                        </p:tav>
                                        <p:tav tm="100000">
                                          <p:val>
                                            <p:fltVal val="1"/>
                                          </p:val>
                                        </p:tav>
                                      </p:tavLst>
                                    </p:anim>
                                    <p:anim calcmode="lin" valueType="num">
                                      <p:cBhvr>
                                        <p:cTn id="12" dur="62" tmFilter="0, 0; 0.125,0.2665; 0.25,0.4; 0.375,0.465; 0.5,0.5;  0.625,0.535; 0.75,0.6; 0.875,0.7335; 1,1">
                                          <p:stCondLst>
                                            <p:cond delay="621"/>
                                          </p:stCondLst>
                                        </p:cTn>
                                        <p:tgtEl>
                                          <p:spTgt spid="441"/>
                                        </p:tgtEl>
                                        <p:attrNameLst>
                                          <p:attrName>ppt_y</p:attrName>
                                        </p:attrNameLst>
                                      </p:cBhvr>
                                      <p:tavLst>
                                        <p:tav tm="0" fmla="#ppt_y-sin(pi*$)/81">
                                          <p:val>
                                            <p:fltVal val="0"/>
                                          </p:val>
                                        </p:tav>
                                        <p:tav tm="100000">
                                          <p:val>
                                            <p:fltVal val="1"/>
                                          </p:val>
                                        </p:tav>
                                      </p:tavLst>
                                    </p:anim>
                                    <p:animScale>
                                      <p:cBhvr>
                                        <p:cTn id="13" dur="10">
                                          <p:stCondLst>
                                            <p:cond delay="244"/>
                                          </p:stCondLst>
                                        </p:cTn>
                                        <p:tgtEl>
                                          <p:spTgt spid="441"/>
                                        </p:tgtEl>
                                      </p:cBhvr>
                                      <p:to x="100000" y="60000"/>
                                    </p:animScale>
                                    <p:animScale>
                                      <p:cBhvr>
                                        <p:cTn id="14" dur="62" decel="50000">
                                          <p:stCondLst>
                                            <p:cond delay="254"/>
                                          </p:stCondLst>
                                        </p:cTn>
                                        <p:tgtEl>
                                          <p:spTgt spid="441"/>
                                        </p:tgtEl>
                                      </p:cBhvr>
                                      <p:to x="100000" y="100000"/>
                                    </p:animScale>
                                    <p:animScale>
                                      <p:cBhvr>
                                        <p:cTn id="15" dur="10">
                                          <p:stCondLst>
                                            <p:cond delay="492"/>
                                          </p:stCondLst>
                                        </p:cTn>
                                        <p:tgtEl>
                                          <p:spTgt spid="441"/>
                                        </p:tgtEl>
                                      </p:cBhvr>
                                      <p:to x="100000" y="80000"/>
                                    </p:animScale>
                                    <p:animScale>
                                      <p:cBhvr>
                                        <p:cTn id="16" dur="62" decel="50000">
                                          <p:stCondLst>
                                            <p:cond delay="502"/>
                                          </p:stCondLst>
                                        </p:cTn>
                                        <p:tgtEl>
                                          <p:spTgt spid="441"/>
                                        </p:tgtEl>
                                      </p:cBhvr>
                                      <p:to x="100000" y="100000"/>
                                    </p:animScale>
                                    <p:animScale>
                                      <p:cBhvr>
                                        <p:cTn id="17" dur="10">
                                          <p:stCondLst>
                                            <p:cond delay="616"/>
                                          </p:stCondLst>
                                        </p:cTn>
                                        <p:tgtEl>
                                          <p:spTgt spid="441"/>
                                        </p:tgtEl>
                                      </p:cBhvr>
                                      <p:to x="100000" y="90000"/>
                                    </p:animScale>
                                    <p:animScale>
                                      <p:cBhvr>
                                        <p:cTn id="18" dur="62" decel="50000">
                                          <p:stCondLst>
                                            <p:cond delay="625"/>
                                          </p:stCondLst>
                                        </p:cTn>
                                        <p:tgtEl>
                                          <p:spTgt spid="441"/>
                                        </p:tgtEl>
                                      </p:cBhvr>
                                      <p:to x="100000" y="100000"/>
                                    </p:animScale>
                                    <p:animScale>
                                      <p:cBhvr>
                                        <p:cTn id="19" dur="10">
                                          <p:stCondLst>
                                            <p:cond delay="678"/>
                                          </p:stCondLst>
                                        </p:cTn>
                                        <p:tgtEl>
                                          <p:spTgt spid="441"/>
                                        </p:tgtEl>
                                      </p:cBhvr>
                                      <p:to x="100000" y="95000"/>
                                    </p:animScale>
                                    <p:animScale>
                                      <p:cBhvr>
                                        <p:cTn id="20" dur="62" decel="50000">
                                          <p:stCondLst>
                                            <p:cond delay="688"/>
                                          </p:stCondLst>
                                        </p:cTn>
                                        <p:tgtEl>
                                          <p:spTgt spid="441"/>
                                        </p:tgtEl>
                                      </p:cBhvr>
                                      <p:to x="100000" y="100000"/>
                                    </p:animScale>
                                  </p:childTnLst>
                                </p:cTn>
                              </p:par>
                              <p:par>
                                <p:cTn id="21" presetID="42" presetClass="entr" presetSubtype="0" fill="hold" nodeType="withEffect">
                                  <p:stCondLst>
                                    <p:cond delay="0"/>
                                  </p:stCondLst>
                                  <p:childTnLst>
                                    <p:set>
                                      <p:cBhvr>
                                        <p:cTn id="22" dur="1" fill="hold">
                                          <p:stCondLst>
                                            <p:cond delay="0"/>
                                          </p:stCondLst>
                                        </p:cTn>
                                        <p:tgtEl>
                                          <p:spTgt spid="446"/>
                                        </p:tgtEl>
                                        <p:attrNameLst>
                                          <p:attrName>style.visibility</p:attrName>
                                        </p:attrNameLst>
                                      </p:cBhvr>
                                      <p:to>
                                        <p:strVal val="visible"/>
                                      </p:to>
                                    </p:set>
                                    <p:animEffect transition="in" filter="fade">
                                      <p:cBhvr>
                                        <p:cTn id="23" dur="500"/>
                                        <p:tgtEl>
                                          <p:spTgt spid="446"/>
                                        </p:tgtEl>
                                      </p:cBhvr>
                                    </p:animEffect>
                                    <p:anim calcmode="lin" valueType="num">
                                      <p:cBhvr>
                                        <p:cTn id="24" dur="500" fill="hold"/>
                                        <p:tgtEl>
                                          <p:spTgt spid="446"/>
                                        </p:tgtEl>
                                        <p:attrNameLst>
                                          <p:attrName>ppt_x</p:attrName>
                                        </p:attrNameLst>
                                      </p:cBhvr>
                                      <p:tavLst>
                                        <p:tav tm="0">
                                          <p:val>
                                            <p:strVal val="#ppt_x"/>
                                          </p:val>
                                        </p:tav>
                                        <p:tav tm="100000">
                                          <p:val>
                                            <p:strVal val="#ppt_x"/>
                                          </p:val>
                                        </p:tav>
                                      </p:tavLst>
                                    </p:anim>
                                    <p:anim calcmode="lin" valueType="num">
                                      <p:cBhvr>
                                        <p:cTn id="25" dur="500" fill="hold"/>
                                        <p:tgtEl>
                                          <p:spTgt spid="446"/>
                                        </p:tgtEl>
                                        <p:attrNameLst>
                                          <p:attrName>ppt_y</p:attrName>
                                        </p:attrNameLst>
                                      </p:cBhvr>
                                      <p:tavLst>
                                        <p:tav tm="0">
                                          <p:val>
                                            <p:strVal val="#ppt_y+.1"/>
                                          </p:val>
                                        </p:tav>
                                        <p:tav tm="100000">
                                          <p:val>
                                            <p:strVal val="#ppt_y"/>
                                          </p:val>
                                        </p:tav>
                                      </p:tavLst>
                                    </p:anim>
                                  </p:childTnLst>
                                </p:cTn>
                              </p:par>
                              <p:par>
                                <p:cTn id="26" presetID="6" presetClass="entr" presetSubtype="16" fill="hold" nodeType="withEffect">
                                  <p:stCondLst>
                                    <p:cond delay="750"/>
                                  </p:stCondLst>
                                  <p:childTnLst>
                                    <p:set>
                                      <p:cBhvr>
                                        <p:cTn id="27" dur="1" fill="hold">
                                          <p:stCondLst>
                                            <p:cond delay="0"/>
                                          </p:stCondLst>
                                        </p:cTn>
                                        <p:tgtEl>
                                          <p:spTgt spid="451"/>
                                        </p:tgtEl>
                                        <p:attrNameLst>
                                          <p:attrName>style.visibility</p:attrName>
                                        </p:attrNameLst>
                                      </p:cBhvr>
                                      <p:to>
                                        <p:strVal val="visible"/>
                                      </p:to>
                                    </p:set>
                                    <p:animEffect transition="in" filter="circle(in)">
                                      <p:cBhvr>
                                        <p:cTn id="28" dur="500"/>
                                        <p:tgtEl>
                                          <p:spTgt spid="451"/>
                                        </p:tgtEl>
                                      </p:cBhvr>
                                    </p:animEffect>
                                  </p:childTnLst>
                                </p:cTn>
                              </p:par>
                              <p:par>
                                <p:cTn id="29" presetID="6" presetClass="entr" presetSubtype="16" fill="hold" nodeType="withEffect">
                                  <p:stCondLst>
                                    <p:cond delay="750"/>
                                  </p:stCondLst>
                                  <p:childTnLst>
                                    <p:set>
                                      <p:cBhvr>
                                        <p:cTn id="30" dur="1" fill="hold">
                                          <p:stCondLst>
                                            <p:cond delay="0"/>
                                          </p:stCondLst>
                                        </p:cTn>
                                        <p:tgtEl>
                                          <p:spTgt spid="17"/>
                                        </p:tgtEl>
                                        <p:attrNameLst>
                                          <p:attrName>style.visibility</p:attrName>
                                        </p:attrNameLst>
                                      </p:cBhvr>
                                      <p:to>
                                        <p:strVal val="visible"/>
                                      </p:to>
                                    </p:set>
                                    <p:animEffect transition="in" filter="circle(in)">
                                      <p:cBhvr>
                                        <p:cTn id="31" dur="500"/>
                                        <p:tgtEl>
                                          <p:spTgt spid="17"/>
                                        </p:tgtEl>
                                      </p:cBhvr>
                                    </p:animEffect>
                                  </p:childTnLst>
                                </p:cTn>
                              </p:par>
                              <p:par>
                                <p:cTn id="32" presetID="6" presetClass="entr" presetSubtype="16" fill="hold" nodeType="withEffect">
                                  <p:stCondLst>
                                    <p:cond delay="750"/>
                                  </p:stCondLst>
                                  <p:childTnLst>
                                    <p:set>
                                      <p:cBhvr>
                                        <p:cTn id="33" dur="1" fill="hold">
                                          <p:stCondLst>
                                            <p:cond delay="0"/>
                                          </p:stCondLst>
                                        </p:cTn>
                                        <p:tgtEl>
                                          <p:spTgt spid="18"/>
                                        </p:tgtEl>
                                        <p:attrNameLst>
                                          <p:attrName>style.visibility</p:attrName>
                                        </p:attrNameLst>
                                      </p:cBhvr>
                                      <p:to>
                                        <p:strVal val="visible"/>
                                      </p:to>
                                    </p:set>
                                    <p:animEffect transition="in" filter="circle(in)">
                                      <p:cBhvr>
                                        <p:cTn id="34" dur="500"/>
                                        <p:tgtEl>
                                          <p:spTgt spid="18"/>
                                        </p:tgtEl>
                                      </p:cBhvr>
                                    </p:animEffect>
                                  </p:childTnLst>
                                </p:cTn>
                              </p:par>
                              <p:par>
                                <p:cTn id="35" presetID="6" presetClass="entr" presetSubtype="16" fill="hold" nodeType="withEffect">
                                  <p:stCondLst>
                                    <p:cond delay="750"/>
                                  </p:stCondLst>
                                  <p:childTnLst>
                                    <p:set>
                                      <p:cBhvr>
                                        <p:cTn id="36" dur="1" fill="hold">
                                          <p:stCondLst>
                                            <p:cond delay="0"/>
                                          </p:stCondLst>
                                        </p:cTn>
                                        <p:tgtEl>
                                          <p:spTgt spid="19"/>
                                        </p:tgtEl>
                                        <p:attrNameLst>
                                          <p:attrName>style.visibility</p:attrName>
                                        </p:attrNameLst>
                                      </p:cBhvr>
                                      <p:to>
                                        <p:strVal val="visible"/>
                                      </p:to>
                                    </p:set>
                                    <p:animEffect transition="in" filter="circle(in)">
                                      <p:cBhvr>
                                        <p:cTn id="37" dur="500"/>
                                        <p:tgtEl>
                                          <p:spTgt spid="19"/>
                                        </p:tgtEl>
                                      </p:cBhvr>
                                    </p:animEffect>
                                  </p:childTnLst>
                                </p:cTn>
                              </p:par>
                              <p:par>
                                <p:cTn id="38" presetID="42" presetClass="entr" presetSubtype="0" fill="hold" grpId="0" nodeType="withEffect">
                                  <p:stCondLst>
                                    <p:cond delay="1250"/>
                                  </p:stCondLst>
                                  <p:childTnLst>
                                    <p:set>
                                      <p:cBhvr>
                                        <p:cTn id="39" dur="1" fill="hold">
                                          <p:stCondLst>
                                            <p:cond delay="0"/>
                                          </p:stCondLst>
                                        </p:cTn>
                                        <p:tgtEl>
                                          <p:spTgt spid="443">
                                            <p:txEl>
                                              <p:pRg st="0" end="0"/>
                                            </p:txEl>
                                          </p:spTgt>
                                        </p:tgtEl>
                                        <p:attrNameLst>
                                          <p:attrName>style.visibility</p:attrName>
                                        </p:attrNameLst>
                                      </p:cBhvr>
                                      <p:to>
                                        <p:strVal val="visible"/>
                                      </p:to>
                                    </p:set>
                                    <p:animEffect transition="in" filter="fade">
                                      <p:cBhvr>
                                        <p:cTn id="40" dur="1000"/>
                                        <p:tgtEl>
                                          <p:spTgt spid="443">
                                            <p:txEl>
                                              <p:pRg st="0" end="0"/>
                                            </p:txEl>
                                          </p:spTgt>
                                        </p:tgtEl>
                                      </p:cBhvr>
                                    </p:animEffect>
                                    <p:anim calcmode="lin" valueType="num">
                                      <p:cBhvr>
                                        <p:cTn id="41" dur="1000" fill="hold"/>
                                        <p:tgtEl>
                                          <p:spTgt spid="443">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443">
                                            <p:txEl>
                                              <p:pRg st="0" end="0"/>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1250"/>
                                  </p:stCondLst>
                                  <p:childTnLst>
                                    <p:set>
                                      <p:cBhvr>
                                        <p:cTn id="44" dur="1" fill="hold">
                                          <p:stCondLst>
                                            <p:cond delay="0"/>
                                          </p:stCondLst>
                                        </p:cTn>
                                        <p:tgtEl>
                                          <p:spTgt spid="444">
                                            <p:txEl>
                                              <p:pRg st="0" end="0"/>
                                            </p:txEl>
                                          </p:spTgt>
                                        </p:tgtEl>
                                        <p:attrNameLst>
                                          <p:attrName>style.visibility</p:attrName>
                                        </p:attrNameLst>
                                      </p:cBhvr>
                                      <p:to>
                                        <p:strVal val="visible"/>
                                      </p:to>
                                    </p:set>
                                    <p:animEffect transition="in" filter="fade">
                                      <p:cBhvr>
                                        <p:cTn id="45" dur="1000"/>
                                        <p:tgtEl>
                                          <p:spTgt spid="444">
                                            <p:txEl>
                                              <p:pRg st="0" end="0"/>
                                            </p:txEl>
                                          </p:spTgt>
                                        </p:tgtEl>
                                      </p:cBhvr>
                                    </p:animEffect>
                                    <p:anim calcmode="lin" valueType="num">
                                      <p:cBhvr>
                                        <p:cTn id="46" dur="1000" fill="hold"/>
                                        <p:tgtEl>
                                          <p:spTgt spid="444">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444">
                                            <p:txEl>
                                              <p:pRg st="0" end="0"/>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1250"/>
                                  </p:stCondLst>
                                  <p:childTnLst>
                                    <p:set>
                                      <p:cBhvr>
                                        <p:cTn id="49" dur="1" fill="hold">
                                          <p:stCondLst>
                                            <p:cond delay="0"/>
                                          </p:stCondLst>
                                        </p:cTn>
                                        <p:tgtEl>
                                          <p:spTgt spid="448">
                                            <p:txEl>
                                              <p:pRg st="0" end="0"/>
                                            </p:txEl>
                                          </p:spTgt>
                                        </p:tgtEl>
                                        <p:attrNameLst>
                                          <p:attrName>style.visibility</p:attrName>
                                        </p:attrNameLst>
                                      </p:cBhvr>
                                      <p:to>
                                        <p:strVal val="visible"/>
                                      </p:to>
                                    </p:set>
                                    <p:animEffect transition="in" filter="fade">
                                      <p:cBhvr>
                                        <p:cTn id="50" dur="1000"/>
                                        <p:tgtEl>
                                          <p:spTgt spid="448">
                                            <p:txEl>
                                              <p:pRg st="0" end="0"/>
                                            </p:txEl>
                                          </p:spTgt>
                                        </p:tgtEl>
                                      </p:cBhvr>
                                    </p:animEffect>
                                    <p:anim calcmode="lin" valueType="num">
                                      <p:cBhvr>
                                        <p:cTn id="51" dur="1000" fill="hold"/>
                                        <p:tgtEl>
                                          <p:spTgt spid="448">
                                            <p:txEl>
                                              <p:pRg st="0" end="0"/>
                                            </p:txEl>
                                          </p:spTgt>
                                        </p:tgtEl>
                                        <p:attrNameLst>
                                          <p:attrName>ppt_x</p:attrName>
                                        </p:attrNameLst>
                                      </p:cBhvr>
                                      <p:tavLst>
                                        <p:tav tm="0">
                                          <p:val>
                                            <p:strVal val="#ppt_x"/>
                                          </p:val>
                                        </p:tav>
                                        <p:tav tm="100000">
                                          <p:val>
                                            <p:strVal val="#ppt_x"/>
                                          </p:val>
                                        </p:tav>
                                      </p:tavLst>
                                    </p:anim>
                                    <p:anim calcmode="lin" valueType="num">
                                      <p:cBhvr>
                                        <p:cTn id="52" dur="1000" fill="hold"/>
                                        <p:tgtEl>
                                          <p:spTgt spid="448">
                                            <p:txEl>
                                              <p:pRg st="0" end="0"/>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1250"/>
                                  </p:stCondLst>
                                  <p:childTnLst>
                                    <p:set>
                                      <p:cBhvr>
                                        <p:cTn id="54" dur="1" fill="hold">
                                          <p:stCondLst>
                                            <p:cond delay="0"/>
                                          </p:stCondLst>
                                        </p:cTn>
                                        <p:tgtEl>
                                          <p:spTgt spid="449">
                                            <p:txEl>
                                              <p:pRg st="0" end="0"/>
                                            </p:txEl>
                                          </p:spTgt>
                                        </p:tgtEl>
                                        <p:attrNameLst>
                                          <p:attrName>style.visibility</p:attrName>
                                        </p:attrNameLst>
                                      </p:cBhvr>
                                      <p:to>
                                        <p:strVal val="visible"/>
                                      </p:to>
                                    </p:set>
                                    <p:animEffect transition="in" filter="fade">
                                      <p:cBhvr>
                                        <p:cTn id="55" dur="1000"/>
                                        <p:tgtEl>
                                          <p:spTgt spid="449">
                                            <p:txEl>
                                              <p:pRg st="0" end="0"/>
                                            </p:txEl>
                                          </p:spTgt>
                                        </p:tgtEl>
                                      </p:cBhvr>
                                    </p:animEffect>
                                    <p:anim calcmode="lin" valueType="num">
                                      <p:cBhvr>
                                        <p:cTn id="56" dur="1000" fill="hold"/>
                                        <p:tgtEl>
                                          <p:spTgt spid="449">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44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p:bldP spid="443" grpId="0" build="p"/>
      <p:bldP spid="444" grpId="0" build="p"/>
      <p:bldP spid="448" grpId="0" build="p"/>
      <p:bldP spid="44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9"/>
          <p:cNvSpPr txBox="1">
            <a:spLocks noGrp="1"/>
          </p:cNvSpPr>
          <p:nvPr>
            <p:ph type="title" idx="4"/>
          </p:nvPr>
        </p:nvSpPr>
        <p:spPr>
          <a:xfrm>
            <a:off x="690436" y="544696"/>
            <a:ext cx="3060099" cy="6784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2200" dirty="0" smtClean="0"/>
              <a:t>Các thành phần cơ bản của Jira</a:t>
            </a:r>
            <a:endParaRPr sz="2200" dirty="0"/>
          </a:p>
        </p:txBody>
      </p:sp>
      <p:sp>
        <p:nvSpPr>
          <p:cNvPr id="348" name="Google Shape;348;p39"/>
          <p:cNvSpPr txBox="1">
            <a:spLocks noGrp="1"/>
          </p:cNvSpPr>
          <p:nvPr>
            <p:ph type="body" idx="4294967295"/>
          </p:nvPr>
        </p:nvSpPr>
        <p:spPr>
          <a:xfrm>
            <a:off x="4762300" y="941947"/>
            <a:ext cx="3924500" cy="602392"/>
          </a:xfrm>
          <a:prstGeom prst="rect">
            <a:avLst/>
          </a:prstGeom>
        </p:spPr>
        <p:txBody>
          <a:bodyPr spcFirstLastPara="1" wrap="square" lIns="91425" tIns="91425" rIns="91425" bIns="91425" anchor="t" anchorCtr="0">
            <a:noAutofit/>
          </a:bodyPr>
          <a:lstStyle/>
          <a:p>
            <a:pPr marL="0" lvl="0" indent="0" algn="just">
              <a:spcAft>
                <a:spcPts val="1600"/>
              </a:spcAft>
              <a:buNone/>
            </a:pPr>
            <a:r>
              <a:rPr lang="vi-VN" sz="1400" b="1" u="sng" dirty="0" smtClean="0"/>
              <a:t>Project</a:t>
            </a:r>
            <a:r>
              <a:rPr lang="vi-VN" sz="1400" b="1" dirty="0" smtClean="0"/>
              <a:t>: </a:t>
            </a:r>
            <a:r>
              <a:rPr lang="en-US" sz="1400" dirty="0" err="1" smtClean="0">
                <a:solidFill>
                  <a:schemeClr val="tx1"/>
                </a:solidFill>
              </a:rPr>
              <a:t>phân</a:t>
            </a:r>
            <a:r>
              <a:rPr lang="en-US" sz="1400" dirty="0" smtClean="0">
                <a:solidFill>
                  <a:schemeClr val="tx1"/>
                </a:solidFill>
              </a:rPr>
              <a:t> </a:t>
            </a:r>
            <a:r>
              <a:rPr lang="en-US" sz="1400" dirty="0" err="1">
                <a:solidFill>
                  <a:schemeClr val="tx1"/>
                </a:solidFill>
              </a:rPr>
              <a:t>quyền</a:t>
            </a:r>
            <a:r>
              <a:rPr lang="en-US" sz="1400" dirty="0">
                <a:solidFill>
                  <a:schemeClr val="tx1"/>
                </a:solidFill>
              </a:rPr>
              <a:t> approve </a:t>
            </a:r>
            <a:r>
              <a:rPr lang="en-US" sz="1400" dirty="0" err="1">
                <a:solidFill>
                  <a:schemeClr val="tx1"/>
                </a:solidFill>
              </a:rPr>
              <a:t>worklog</a:t>
            </a:r>
            <a:r>
              <a:rPr lang="en-US" sz="1400" dirty="0">
                <a:solidFill>
                  <a:schemeClr val="tx1"/>
                </a:solidFill>
              </a:rPr>
              <a:t> </a:t>
            </a:r>
            <a:r>
              <a:rPr lang="en-US" sz="1400" dirty="0" err="1">
                <a:solidFill>
                  <a:schemeClr val="tx1"/>
                </a:solidFill>
              </a:rPr>
              <a:t>cho</a:t>
            </a:r>
            <a:r>
              <a:rPr lang="en-US" sz="1400" dirty="0">
                <a:solidFill>
                  <a:schemeClr val="tx1"/>
                </a:solidFill>
              </a:rPr>
              <a:t> </a:t>
            </a:r>
            <a:r>
              <a:rPr lang="en-US" sz="1400" dirty="0" err="1">
                <a:solidFill>
                  <a:schemeClr val="tx1"/>
                </a:solidFill>
              </a:rPr>
              <a:t>thành</a:t>
            </a:r>
            <a:r>
              <a:rPr lang="en-US" sz="1400" dirty="0">
                <a:solidFill>
                  <a:schemeClr val="tx1"/>
                </a:solidFill>
              </a:rPr>
              <a:t> </a:t>
            </a:r>
            <a:r>
              <a:rPr lang="en-US" sz="1400" dirty="0" err="1">
                <a:solidFill>
                  <a:schemeClr val="tx1"/>
                </a:solidFill>
              </a:rPr>
              <a:t>viên</a:t>
            </a:r>
            <a:r>
              <a:rPr lang="en-US" sz="1400" dirty="0">
                <a:solidFill>
                  <a:schemeClr val="tx1"/>
                </a:solidFill>
              </a:rPr>
              <a:t> </a:t>
            </a:r>
            <a:r>
              <a:rPr lang="en-US" sz="1400" dirty="0" err="1">
                <a:solidFill>
                  <a:schemeClr val="tx1"/>
                </a:solidFill>
              </a:rPr>
              <a:t>của</a:t>
            </a:r>
            <a:r>
              <a:rPr lang="en-US" sz="1400" dirty="0">
                <a:solidFill>
                  <a:schemeClr val="tx1"/>
                </a:solidFill>
              </a:rPr>
              <a:t> </a:t>
            </a:r>
            <a:r>
              <a:rPr lang="en-US" sz="1400" dirty="0" err="1">
                <a:solidFill>
                  <a:schemeClr val="tx1"/>
                </a:solidFill>
              </a:rPr>
              <a:t>dự</a:t>
            </a:r>
            <a:r>
              <a:rPr lang="en-US" sz="1400" dirty="0">
                <a:solidFill>
                  <a:schemeClr val="tx1"/>
                </a:solidFill>
              </a:rPr>
              <a:t> </a:t>
            </a:r>
            <a:r>
              <a:rPr lang="en-US" sz="1400" dirty="0" err="1">
                <a:solidFill>
                  <a:schemeClr val="tx1"/>
                </a:solidFill>
              </a:rPr>
              <a:t>án</a:t>
            </a:r>
            <a:r>
              <a:rPr lang="en-US" sz="1400" dirty="0">
                <a:solidFill>
                  <a:schemeClr val="tx1"/>
                </a:solidFill>
              </a:rPr>
              <a:t>.</a:t>
            </a:r>
            <a:endParaRPr sz="1400" dirty="0">
              <a:solidFill>
                <a:schemeClr val="tx1"/>
              </a:solidFill>
            </a:endParaRPr>
          </a:p>
        </p:txBody>
      </p:sp>
      <p:sp>
        <p:nvSpPr>
          <p:cNvPr id="349" name="Google Shape;349;p39"/>
          <p:cNvSpPr/>
          <p:nvPr/>
        </p:nvSpPr>
        <p:spPr>
          <a:xfrm rot="20974231">
            <a:off x="7988567" y="4351772"/>
            <a:ext cx="857018" cy="505063"/>
          </a:xfrm>
          <a:custGeom>
            <a:avLst/>
            <a:gdLst/>
            <a:ahLst/>
            <a:cxnLst/>
            <a:rect l="l" t="t" r="r" b="b"/>
            <a:pathLst>
              <a:path w="44052" h="25961" extrusionOk="0">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4" name="Picture 2" descr="tp của ji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936" y="1575247"/>
            <a:ext cx="3265487"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Google Shape;348;p39"/>
          <p:cNvSpPr txBox="1">
            <a:spLocks/>
          </p:cNvSpPr>
          <p:nvPr/>
        </p:nvSpPr>
        <p:spPr>
          <a:xfrm>
            <a:off x="4625307" y="1600975"/>
            <a:ext cx="4087532" cy="4905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800"/>
              <a:buFont typeface="Roboto Mono Medium"/>
              <a:buChar char="●"/>
              <a:defRPr sz="1800" b="0" i="0" u="none" strike="noStrike" cap="none">
                <a:solidFill>
                  <a:schemeClr val="accent2"/>
                </a:solidFill>
                <a:latin typeface="Roboto Mono Medium"/>
                <a:ea typeface="Roboto Mono Medium"/>
                <a:cs typeface="Roboto Mono Medium"/>
                <a:sym typeface="Roboto Mono Medium"/>
              </a:defRPr>
            </a:lvl1pPr>
            <a:lvl2pPr marL="914400" marR="0" lvl="1"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2pPr>
            <a:lvl3pPr marL="1371600" marR="0" lvl="2"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3pPr>
            <a:lvl4pPr marL="1828800" marR="0" lvl="3"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4pPr>
            <a:lvl5pPr marL="2286000" marR="0" lvl="4"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5pPr>
            <a:lvl6pPr marL="2743200" marR="0" lvl="5"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6pPr>
            <a:lvl7pPr marL="3200400" marR="0" lvl="6"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7pPr>
            <a:lvl8pPr marL="3657600" marR="0" lvl="7"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8pPr>
            <a:lvl9pPr marL="4114800" marR="0" lvl="8" indent="-317500" algn="l" rtl="0">
              <a:lnSpc>
                <a:spcPct val="100000"/>
              </a:lnSpc>
              <a:spcBef>
                <a:spcPts val="1600"/>
              </a:spcBef>
              <a:spcAft>
                <a:spcPts val="160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9pPr>
          </a:lstStyle>
          <a:p>
            <a:pPr marL="114300" lvl="0" indent="0" algn="just">
              <a:buNone/>
            </a:pPr>
            <a:r>
              <a:rPr lang="vi-VN" sz="1400" b="1" u="sng" dirty="0"/>
              <a:t>Issue</a:t>
            </a:r>
            <a:r>
              <a:rPr lang="vi-VN" sz="1400" b="1" dirty="0" smtClean="0"/>
              <a:t>: </a:t>
            </a:r>
            <a:r>
              <a:rPr lang="en-US" sz="1400" dirty="0" err="1">
                <a:solidFill>
                  <a:schemeClr val="bg2"/>
                </a:solidFill>
              </a:rPr>
              <a:t>là</a:t>
            </a:r>
            <a:r>
              <a:rPr lang="en-US" sz="1400" dirty="0">
                <a:solidFill>
                  <a:schemeClr val="bg2"/>
                </a:solidFill>
              </a:rPr>
              <a:t> </a:t>
            </a:r>
            <a:r>
              <a:rPr lang="en-US" sz="1400" dirty="0" err="1">
                <a:solidFill>
                  <a:schemeClr val="bg2"/>
                </a:solidFill>
              </a:rPr>
              <a:t>các</a:t>
            </a:r>
            <a:r>
              <a:rPr lang="en-US" sz="1400" dirty="0">
                <a:solidFill>
                  <a:schemeClr val="bg2"/>
                </a:solidFill>
              </a:rPr>
              <a:t> </a:t>
            </a:r>
            <a:r>
              <a:rPr lang="vi-VN" sz="1400" dirty="0" smtClean="0">
                <a:solidFill>
                  <a:schemeClr val="bg2"/>
                </a:solidFill>
              </a:rPr>
              <a:t>tasks,</a:t>
            </a:r>
            <a:r>
              <a:rPr lang="en-US" sz="1400" dirty="0" smtClean="0">
                <a:solidFill>
                  <a:schemeClr val="bg2"/>
                </a:solidFill>
              </a:rPr>
              <a:t>bugs,</a:t>
            </a:r>
            <a:r>
              <a:rPr lang="vi-VN" sz="1400" dirty="0" smtClean="0">
                <a:solidFill>
                  <a:schemeClr val="bg2"/>
                </a:solidFill>
              </a:rPr>
              <a:t>features…</a:t>
            </a:r>
            <a:endParaRPr lang="en-US" sz="1400" dirty="0">
              <a:solidFill>
                <a:schemeClr val="bg2"/>
              </a:solidFill>
            </a:endParaRPr>
          </a:p>
        </p:txBody>
      </p:sp>
      <p:sp>
        <p:nvSpPr>
          <p:cNvPr id="28" name="Google Shape;348;p39"/>
          <p:cNvSpPr txBox="1">
            <a:spLocks/>
          </p:cNvSpPr>
          <p:nvPr/>
        </p:nvSpPr>
        <p:spPr>
          <a:xfrm>
            <a:off x="4599268" y="2040153"/>
            <a:ext cx="3924500" cy="8243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800"/>
              <a:buFont typeface="Roboto Mono Medium"/>
              <a:buChar char="●"/>
              <a:defRPr sz="1800" b="0" i="0" u="none" strike="noStrike" cap="none">
                <a:solidFill>
                  <a:schemeClr val="accent2"/>
                </a:solidFill>
                <a:latin typeface="Roboto Mono Medium"/>
                <a:ea typeface="Roboto Mono Medium"/>
                <a:cs typeface="Roboto Mono Medium"/>
                <a:sym typeface="Roboto Mono Medium"/>
              </a:defRPr>
            </a:lvl1pPr>
            <a:lvl2pPr marL="914400" marR="0" lvl="1"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2pPr>
            <a:lvl3pPr marL="1371600" marR="0" lvl="2"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3pPr>
            <a:lvl4pPr marL="1828800" marR="0" lvl="3"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4pPr>
            <a:lvl5pPr marL="2286000" marR="0" lvl="4"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5pPr>
            <a:lvl6pPr marL="2743200" marR="0" lvl="5"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6pPr>
            <a:lvl7pPr marL="3200400" marR="0" lvl="6"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7pPr>
            <a:lvl8pPr marL="3657600" marR="0" lvl="7"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8pPr>
            <a:lvl9pPr marL="4114800" marR="0" lvl="8" indent="-317500" algn="l" rtl="0">
              <a:lnSpc>
                <a:spcPct val="100000"/>
              </a:lnSpc>
              <a:spcBef>
                <a:spcPts val="1600"/>
              </a:spcBef>
              <a:spcAft>
                <a:spcPts val="160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9pPr>
          </a:lstStyle>
          <a:p>
            <a:pPr marL="114300" lvl="0" indent="0" algn="just">
              <a:buNone/>
            </a:pPr>
            <a:r>
              <a:rPr lang="vi-VN" sz="1400" b="1" u="sng" dirty="0"/>
              <a:t>Workflow</a:t>
            </a:r>
            <a:r>
              <a:rPr lang="vi-VN" sz="1400" b="1" dirty="0" smtClean="0"/>
              <a:t>: </a:t>
            </a:r>
            <a:r>
              <a:rPr lang="vi-VN" sz="1400" dirty="0">
                <a:solidFill>
                  <a:schemeClr val="bg2"/>
                </a:solidFill>
              </a:rPr>
              <a:t>cung </a:t>
            </a:r>
            <a:r>
              <a:rPr lang="vi-VN" sz="1400" dirty="0" smtClean="0">
                <a:solidFill>
                  <a:schemeClr val="bg2"/>
                </a:solidFill>
              </a:rPr>
              <a:t>cấp cái </a:t>
            </a:r>
            <a:r>
              <a:rPr lang="vi-VN" sz="1400" dirty="0">
                <a:solidFill>
                  <a:schemeClr val="bg2"/>
                </a:solidFill>
              </a:rPr>
              <a:t>nhìn tổng quan và các bước cơ bản cho từng phần của công </a:t>
            </a:r>
            <a:r>
              <a:rPr lang="vi-VN" sz="1400" dirty="0" smtClean="0">
                <a:solidFill>
                  <a:schemeClr val="bg2"/>
                </a:solidFill>
              </a:rPr>
              <a:t>việc.</a:t>
            </a:r>
            <a:endParaRPr lang="en-US" sz="1400" dirty="0">
              <a:solidFill>
                <a:schemeClr val="bg2"/>
              </a:solidFill>
            </a:endParaRPr>
          </a:p>
        </p:txBody>
      </p:sp>
      <p:sp>
        <p:nvSpPr>
          <p:cNvPr id="29" name="Google Shape;348;p39"/>
          <p:cNvSpPr txBox="1">
            <a:spLocks/>
          </p:cNvSpPr>
          <p:nvPr/>
        </p:nvSpPr>
        <p:spPr>
          <a:xfrm>
            <a:off x="4599268" y="2789711"/>
            <a:ext cx="4087532" cy="790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800"/>
              <a:buFont typeface="Roboto Mono Medium"/>
              <a:buChar char="●"/>
              <a:defRPr sz="1800" b="0" i="0" u="none" strike="noStrike" cap="none">
                <a:solidFill>
                  <a:schemeClr val="accent2"/>
                </a:solidFill>
                <a:latin typeface="Roboto Mono Medium"/>
                <a:ea typeface="Roboto Mono Medium"/>
                <a:cs typeface="Roboto Mono Medium"/>
                <a:sym typeface="Roboto Mono Medium"/>
              </a:defRPr>
            </a:lvl1pPr>
            <a:lvl2pPr marL="914400" marR="0" lvl="1"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2pPr>
            <a:lvl3pPr marL="1371600" marR="0" lvl="2"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3pPr>
            <a:lvl4pPr marL="1828800" marR="0" lvl="3"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4pPr>
            <a:lvl5pPr marL="2286000" marR="0" lvl="4"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5pPr>
            <a:lvl6pPr marL="2743200" marR="0" lvl="5"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6pPr>
            <a:lvl7pPr marL="3200400" marR="0" lvl="6"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7pPr>
            <a:lvl8pPr marL="3657600" marR="0" lvl="7"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8pPr>
            <a:lvl9pPr marL="4114800" marR="0" lvl="8" indent="-317500" algn="l" rtl="0">
              <a:lnSpc>
                <a:spcPct val="100000"/>
              </a:lnSpc>
              <a:spcBef>
                <a:spcPts val="1600"/>
              </a:spcBef>
              <a:spcAft>
                <a:spcPts val="160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9pPr>
          </a:lstStyle>
          <a:p>
            <a:pPr marL="114300" lvl="0" indent="0" algn="just">
              <a:buNone/>
            </a:pPr>
            <a:r>
              <a:rPr lang="vi-VN" sz="1400" b="1" u="sng" dirty="0" smtClean="0"/>
              <a:t>Component</a:t>
            </a:r>
            <a:r>
              <a:rPr lang="vi-VN" sz="1400" b="1" dirty="0" smtClean="0"/>
              <a:t>: </a:t>
            </a:r>
            <a:r>
              <a:rPr lang="fr-FR" sz="1400" dirty="0">
                <a:solidFill>
                  <a:schemeClr val="bg2"/>
                </a:solidFill>
              </a:rPr>
              <a:t>là </a:t>
            </a:r>
            <a:r>
              <a:rPr lang="fr-FR" sz="1400" dirty="0" err="1">
                <a:solidFill>
                  <a:schemeClr val="bg2"/>
                </a:solidFill>
              </a:rPr>
              <a:t>sản</a:t>
            </a:r>
            <a:r>
              <a:rPr lang="fr-FR" sz="1400" dirty="0">
                <a:solidFill>
                  <a:schemeClr val="bg2"/>
                </a:solidFill>
              </a:rPr>
              <a:t> </a:t>
            </a:r>
            <a:r>
              <a:rPr lang="fr-FR" sz="1400" dirty="0" err="1">
                <a:solidFill>
                  <a:schemeClr val="bg2"/>
                </a:solidFill>
              </a:rPr>
              <a:t>phẩm</a:t>
            </a:r>
            <a:r>
              <a:rPr lang="fr-FR" sz="1400" dirty="0">
                <a:solidFill>
                  <a:schemeClr val="bg2"/>
                </a:solidFill>
              </a:rPr>
              <a:t> </a:t>
            </a:r>
            <a:r>
              <a:rPr lang="fr-FR" sz="1400" dirty="0" err="1">
                <a:solidFill>
                  <a:schemeClr val="bg2"/>
                </a:solidFill>
              </a:rPr>
              <a:t>của</a:t>
            </a:r>
            <a:r>
              <a:rPr lang="fr-FR" sz="1400" dirty="0">
                <a:solidFill>
                  <a:schemeClr val="bg2"/>
                </a:solidFill>
              </a:rPr>
              <a:t> </a:t>
            </a:r>
            <a:r>
              <a:rPr lang="fr-FR" sz="1400" dirty="0" err="1">
                <a:solidFill>
                  <a:schemeClr val="bg2"/>
                </a:solidFill>
              </a:rPr>
              <a:t>dự</a:t>
            </a:r>
            <a:r>
              <a:rPr lang="fr-FR" sz="1400" dirty="0">
                <a:solidFill>
                  <a:schemeClr val="bg2"/>
                </a:solidFill>
              </a:rPr>
              <a:t> </a:t>
            </a:r>
            <a:r>
              <a:rPr lang="fr-FR" sz="1400" dirty="0" err="1" smtClean="0">
                <a:solidFill>
                  <a:schemeClr val="bg2"/>
                </a:solidFill>
              </a:rPr>
              <a:t>án</a:t>
            </a:r>
            <a:r>
              <a:rPr lang="fr-FR" sz="1400" dirty="0" smtClean="0">
                <a:solidFill>
                  <a:schemeClr val="bg2"/>
                </a:solidFill>
              </a:rPr>
              <a:t>. </a:t>
            </a:r>
            <a:r>
              <a:rPr lang="fr-FR" sz="1400" dirty="0" err="1">
                <a:solidFill>
                  <a:schemeClr val="bg2"/>
                </a:solidFill>
              </a:rPr>
              <a:t>Nếu</a:t>
            </a:r>
            <a:r>
              <a:rPr lang="fr-FR" sz="1400" dirty="0">
                <a:solidFill>
                  <a:schemeClr val="bg2"/>
                </a:solidFill>
              </a:rPr>
              <a:t> </a:t>
            </a:r>
            <a:r>
              <a:rPr lang="fr-FR" sz="1400" dirty="0" err="1">
                <a:solidFill>
                  <a:schemeClr val="bg2"/>
                </a:solidFill>
              </a:rPr>
              <a:t>dự</a:t>
            </a:r>
            <a:r>
              <a:rPr lang="fr-FR" sz="1400" dirty="0">
                <a:solidFill>
                  <a:schemeClr val="bg2"/>
                </a:solidFill>
              </a:rPr>
              <a:t> </a:t>
            </a:r>
            <a:r>
              <a:rPr lang="fr-FR" sz="1400" dirty="0" err="1">
                <a:solidFill>
                  <a:schemeClr val="bg2"/>
                </a:solidFill>
              </a:rPr>
              <a:t>án</a:t>
            </a:r>
            <a:r>
              <a:rPr lang="fr-FR" sz="1400" dirty="0">
                <a:solidFill>
                  <a:schemeClr val="bg2"/>
                </a:solidFill>
              </a:rPr>
              <a:t> </a:t>
            </a:r>
            <a:r>
              <a:rPr lang="fr-FR" sz="1400" dirty="0" err="1">
                <a:solidFill>
                  <a:schemeClr val="bg2"/>
                </a:solidFill>
              </a:rPr>
              <a:t>làm</a:t>
            </a:r>
            <a:r>
              <a:rPr lang="fr-FR" sz="1400" dirty="0">
                <a:solidFill>
                  <a:schemeClr val="bg2"/>
                </a:solidFill>
              </a:rPr>
              <a:t> </a:t>
            </a:r>
            <a:r>
              <a:rPr lang="fr-FR" sz="1400" dirty="0" err="1">
                <a:solidFill>
                  <a:schemeClr val="bg2"/>
                </a:solidFill>
              </a:rPr>
              <a:t>theo</a:t>
            </a:r>
            <a:r>
              <a:rPr lang="fr-FR" sz="1400" dirty="0">
                <a:solidFill>
                  <a:schemeClr val="bg2"/>
                </a:solidFill>
              </a:rPr>
              <a:t> </a:t>
            </a:r>
            <a:r>
              <a:rPr lang="fr-FR" sz="1400" dirty="0" err="1">
                <a:solidFill>
                  <a:schemeClr val="bg2"/>
                </a:solidFill>
              </a:rPr>
              <a:t>Scrum</a:t>
            </a:r>
            <a:r>
              <a:rPr lang="fr-FR" sz="1400" dirty="0">
                <a:solidFill>
                  <a:schemeClr val="bg2"/>
                </a:solidFill>
              </a:rPr>
              <a:t> </a:t>
            </a:r>
            <a:r>
              <a:rPr lang="fr-FR" sz="1400" dirty="0" err="1">
                <a:solidFill>
                  <a:schemeClr val="bg2"/>
                </a:solidFill>
              </a:rPr>
              <a:t>thì</a:t>
            </a:r>
            <a:r>
              <a:rPr lang="fr-FR" sz="1400" dirty="0">
                <a:solidFill>
                  <a:schemeClr val="bg2"/>
                </a:solidFill>
              </a:rPr>
              <a:t> </a:t>
            </a:r>
            <a:r>
              <a:rPr lang="fr-FR" sz="1400" dirty="0" err="1">
                <a:solidFill>
                  <a:schemeClr val="bg2"/>
                </a:solidFill>
              </a:rPr>
              <a:t>sẽ</a:t>
            </a:r>
            <a:r>
              <a:rPr lang="fr-FR" sz="1400" dirty="0">
                <a:solidFill>
                  <a:schemeClr val="bg2"/>
                </a:solidFill>
              </a:rPr>
              <a:t> là Product </a:t>
            </a:r>
            <a:r>
              <a:rPr lang="fr-FR" sz="1400" dirty="0" err="1">
                <a:solidFill>
                  <a:schemeClr val="bg2"/>
                </a:solidFill>
              </a:rPr>
              <a:t>của</a:t>
            </a:r>
            <a:r>
              <a:rPr lang="fr-FR" sz="1400" dirty="0">
                <a:solidFill>
                  <a:schemeClr val="bg2"/>
                </a:solidFill>
              </a:rPr>
              <a:t> Sprint </a:t>
            </a:r>
            <a:r>
              <a:rPr lang="fr-FR" sz="1400" dirty="0" err="1">
                <a:solidFill>
                  <a:schemeClr val="bg2"/>
                </a:solidFill>
              </a:rPr>
              <a:t>tương</a:t>
            </a:r>
            <a:r>
              <a:rPr lang="fr-FR" sz="1400" dirty="0">
                <a:solidFill>
                  <a:schemeClr val="bg2"/>
                </a:solidFill>
              </a:rPr>
              <a:t> </a:t>
            </a:r>
            <a:r>
              <a:rPr lang="fr-FR" sz="1400" dirty="0" err="1">
                <a:solidFill>
                  <a:schemeClr val="bg2"/>
                </a:solidFill>
              </a:rPr>
              <a:t>ứng</a:t>
            </a:r>
            <a:r>
              <a:rPr lang="fr-FR" sz="1400" dirty="0">
                <a:solidFill>
                  <a:schemeClr val="bg2"/>
                </a:solidFill>
              </a:rPr>
              <a:t>.</a:t>
            </a:r>
            <a:endParaRPr lang="en-US" sz="1400" dirty="0">
              <a:solidFill>
                <a:schemeClr val="bg2"/>
              </a:solidFill>
            </a:endParaRPr>
          </a:p>
        </p:txBody>
      </p:sp>
      <p:sp>
        <p:nvSpPr>
          <p:cNvPr id="30" name="Google Shape;348;p39"/>
          <p:cNvSpPr txBox="1">
            <a:spLocks/>
          </p:cNvSpPr>
          <p:nvPr/>
        </p:nvSpPr>
        <p:spPr>
          <a:xfrm>
            <a:off x="4625307" y="3580188"/>
            <a:ext cx="3924500" cy="10201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800"/>
              <a:buFont typeface="Roboto Mono Medium"/>
              <a:buChar char="●"/>
              <a:defRPr sz="1800" b="0" i="0" u="none" strike="noStrike" cap="none">
                <a:solidFill>
                  <a:schemeClr val="accent2"/>
                </a:solidFill>
                <a:latin typeface="Roboto Mono Medium"/>
                <a:ea typeface="Roboto Mono Medium"/>
                <a:cs typeface="Roboto Mono Medium"/>
                <a:sym typeface="Roboto Mono Medium"/>
              </a:defRPr>
            </a:lvl1pPr>
            <a:lvl2pPr marL="914400" marR="0" lvl="1"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2pPr>
            <a:lvl3pPr marL="1371600" marR="0" lvl="2"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3pPr>
            <a:lvl4pPr marL="1828800" marR="0" lvl="3"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4pPr>
            <a:lvl5pPr marL="2286000" marR="0" lvl="4"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5pPr>
            <a:lvl6pPr marL="2743200" marR="0" lvl="5"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6pPr>
            <a:lvl7pPr marL="3200400" marR="0" lvl="6"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7pPr>
            <a:lvl8pPr marL="3657600" marR="0" lvl="7" indent="-317500" algn="l" rtl="0">
              <a:lnSpc>
                <a:spcPct val="100000"/>
              </a:lnSpc>
              <a:spcBef>
                <a:spcPts val="1600"/>
              </a:spcBef>
              <a:spcAft>
                <a:spcPts val="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8pPr>
            <a:lvl9pPr marL="4114800" marR="0" lvl="8" indent="-317500" algn="l" rtl="0">
              <a:lnSpc>
                <a:spcPct val="100000"/>
              </a:lnSpc>
              <a:spcBef>
                <a:spcPts val="1600"/>
              </a:spcBef>
              <a:spcAft>
                <a:spcPts val="1600"/>
              </a:spcAft>
              <a:buClr>
                <a:schemeClr val="accent2"/>
              </a:buClr>
              <a:buSzPts val="1400"/>
              <a:buFont typeface="Roboto Mono Medium"/>
              <a:buChar char="■"/>
              <a:defRPr sz="1400" b="0" i="0" u="none" strike="noStrike" cap="none">
                <a:solidFill>
                  <a:schemeClr val="accent2"/>
                </a:solidFill>
                <a:latin typeface="Roboto Mono Medium"/>
                <a:ea typeface="Roboto Mono Medium"/>
                <a:cs typeface="Roboto Mono Medium"/>
                <a:sym typeface="Roboto Mono Medium"/>
              </a:defRPr>
            </a:lvl9pPr>
          </a:lstStyle>
          <a:p>
            <a:pPr marL="114300" lvl="0" indent="0" algn="just">
              <a:buNone/>
            </a:pPr>
            <a:r>
              <a:rPr lang="vi-VN" sz="1400" b="1" u="sng" dirty="0"/>
              <a:t>Version</a:t>
            </a:r>
            <a:r>
              <a:rPr lang="vi-VN" sz="1400" b="1" dirty="0" smtClean="0"/>
              <a:t>: </a:t>
            </a:r>
            <a:r>
              <a:rPr lang="fr-FR" sz="1400" dirty="0" err="1">
                <a:solidFill>
                  <a:schemeClr val="bg2"/>
                </a:solidFill>
              </a:rPr>
              <a:t>với</a:t>
            </a:r>
            <a:r>
              <a:rPr lang="fr-FR" sz="1400" dirty="0">
                <a:solidFill>
                  <a:schemeClr val="bg2"/>
                </a:solidFill>
              </a:rPr>
              <a:t> 1 </a:t>
            </a:r>
            <a:r>
              <a:rPr lang="fr-FR" sz="1400" dirty="0" err="1">
                <a:solidFill>
                  <a:schemeClr val="bg2"/>
                </a:solidFill>
              </a:rPr>
              <a:t>số</a:t>
            </a:r>
            <a:r>
              <a:rPr lang="fr-FR" sz="1400" dirty="0">
                <a:solidFill>
                  <a:schemeClr val="bg2"/>
                </a:solidFill>
              </a:rPr>
              <a:t> </a:t>
            </a:r>
            <a:r>
              <a:rPr lang="fr-FR" sz="1400" dirty="0" err="1">
                <a:solidFill>
                  <a:schemeClr val="bg2"/>
                </a:solidFill>
              </a:rPr>
              <a:t>loại</a:t>
            </a:r>
            <a:r>
              <a:rPr lang="fr-FR" sz="1400" dirty="0">
                <a:solidFill>
                  <a:schemeClr val="bg2"/>
                </a:solidFill>
              </a:rPr>
              <a:t> </a:t>
            </a:r>
            <a:r>
              <a:rPr lang="fr-FR" sz="1400" dirty="0" err="1">
                <a:solidFill>
                  <a:schemeClr val="bg2"/>
                </a:solidFill>
              </a:rPr>
              <a:t>project</a:t>
            </a:r>
            <a:r>
              <a:rPr lang="fr-FR" sz="1400" dirty="0">
                <a:solidFill>
                  <a:schemeClr val="bg2"/>
                </a:solidFill>
              </a:rPr>
              <a:t>, </a:t>
            </a:r>
            <a:r>
              <a:rPr lang="fr-FR" sz="1400" dirty="0" err="1">
                <a:solidFill>
                  <a:schemeClr val="bg2"/>
                </a:solidFill>
              </a:rPr>
              <a:t>đặc</a:t>
            </a:r>
            <a:r>
              <a:rPr lang="fr-FR" sz="1400" dirty="0">
                <a:solidFill>
                  <a:schemeClr val="bg2"/>
                </a:solidFill>
              </a:rPr>
              <a:t> </a:t>
            </a:r>
            <a:r>
              <a:rPr lang="fr-FR" sz="1400" dirty="0" err="1">
                <a:solidFill>
                  <a:schemeClr val="bg2"/>
                </a:solidFill>
              </a:rPr>
              <a:t>biệt</a:t>
            </a:r>
            <a:r>
              <a:rPr lang="fr-FR" sz="1400" dirty="0">
                <a:solidFill>
                  <a:schemeClr val="bg2"/>
                </a:solidFill>
              </a:rPr>
              <a:t> là </a:t>
            </a:r>
            <a:r>
              <a:rPr lang="fr-FR" sz="1400" dirty="0" err="1">
                <a:solidFill>
                  <a:schemeClr val="bg2"/>
                </a:solidFill>
              </a:rPr>
              <a:t>phát</a:t>
            </a:r>
            <a:r>
              <a:rPr lang="fr-FR" sz="1400" dirty="0">
                <a:solidFill>
                  <a:schemeClr val="bg2"/>
                </a:solidFill>
              </a:rPr>
              <a:t> </a:t>
            </a:r>
            <a:r>
              <a:rPr lang="fr-FR" sz="1400" dirty="0" err="1">
                <a:solidFill>
                  <a:schemeClr val="bg2"/>
                </a:solidFill>
              </a:rPr>
              <a:t>triển</a:t>
            </a:r>
            <a:r>
              <a:rPr lang="fr-FR" sz="1400" dirty="0">
                <a:solidFill>
                  <a:schemeClr val="bg2"/>
                </a:solidFill>
              </a:rPr>
              <a:t> </a:t>
            </a:r>
            <a:r>
              <a:rPr lang="fr-FR" sz="1400" dirty="0" err="1">
                <a:solidFill>
                  <a:schemeClr val="bg2"/>
                </a:solidFill>
              </a:rPr>
              <a:t>phần</a:t>
            </a:r>
            <a:r>
              <a:rPr lang="fr-FR" sz="1400" dirty="0">
                <a:solidFill>
                  <a:schemeClr val="bg2"/>
                </a:solidFill>
              </a:rPr>
              <a:t> </a:t>
            </a:r>
            <a:r>
              <a:rPr lang="fr-FR" sz="1400" dirty="0" err="1">
                <a:solidFill>
                  <a:schemeClr val="bg2"/>
                </a:solidFill>
              </a:rPr>
              <a:t>mềm</a:t>
            </a:r>
            <a:r>
              <a:rPr lang="fr-FR" sz="1400" dirty="0">
                <a:solidFill>
                  <a:schemeClr val="bg2"/>
                </a:solidFill>
              </a:rPr>
              <a:t>, </a:t>
            </a:r>
            <a:r>
              <a:rPr lang="fr-FR" sz="1400" dirty="0" err="1">
                <a:solidFill>
                  <a:schemeClr val="bg2"/>
                </a:solidFill>
              </a:rPr>
              <a:t>một</a:t>
            </a:r>
            <a:r>
              <a:rPr lang="fr-FR" sz="1400" dirty="0">
                <a:solidFill>
                  <a:schemeClr val="bg2"/>
                </a:solidFill>
              </a:rPr>
              <a:t> issue </a:t>
            </a:r>
            <a:r>
              <a:rPr lang="fr-FR" sz="1400" dirty="0" err="1">
                <a:solidFill>
                  <a:schemeClr val="bg2"/>
                </a:solidFill>
              </a:rPr>
              <a:t>thường</a:t>
            </a:r>
            <a:r>
              <a:rPr lang="fr-FR" sz="1400" dirty="0">
                <a:solidFill>
                  <a:schemeClr val="bg2"/>
                </a:solidFill>
              </a:rPr>
              <a:t> </a:t>
            </a:r>
            <a:r>
              <a:rPr lang="fr-FR" sz="1400" dirty="0" err="1">
                <a:solidFill>
                  <a:schemeClr val="bg2"/>
                </a:solidFill>
              </a:rPr>
              <a:t>gắn</a:t>
            </a:r>
            <a:r>
              <a:rPr lang="fr-FR" sz="1400" dirty="0">
                <a:solidFill>
                  <a:schemeClr val="bg2"/>
                </a:solidFill>
              </a:rPr>
              <a:t> </a:t>
            </a:r>
            <a:r>
              <a:rPr lang="fr-FR" sz="1400" dirty="0" err="1">
                <a:solidFill>
                  <a:schemeClr val="bg2"/>
                </a:solidFill>
              </a:rPr>
              <a:t>liền</a:t>
            </a:r>
            <a:r>
              <a:rPr lang="fr-FR" sz="1400" dirty="0">
                <a:solidFill>
                  <a:schemeClr val="bg2"/>
                </a:solidFill>
              </a:rPr>
              <a:t> </a:t>
            </a:r>
            <a:r>
              <a:rPr lang="fr-FR" sz="1400" dirty="0" err="1">
                <a:solidFill>
                  <a:schemeClr val="bg2"/>
                </a:solidFill>
              </a:rPr>
              <a:t>với</a:t>
            </a:r>
            <a:r>
              <a:rPr lang="fr-FR" sz="1400" dirty="0">
                <a:solidFill>
                  <a:schemeClr val="bg2"/>
                </a:solidFill>
              </a:rPr>
              <a:t> 1 </a:t>
            </a:r>
            <a:r>
              <a:rPr lang="fr-FR" sz="1400" dirty="0" err="1">
                <a:solidFill>
                  <a:schemeClr val="bg2"/>
                </a:solidFill>
              </a:rPr>
              <a:t>project</a:t>
            </a:r>
            <a:r>
              <a:rPr lang="fr-FR" sz="1400" dirty="0">
                <a:solidFill>
                  <a:schemeClr val="bg2"/>
                </a:solidFill>
              </a:rPr>
              <a:t> version </a:t>
            </a:r>
            <a:r>
              <a:rPr lang="fr-FR" sz="1400" dirty="0" err="1">
                <a:solidFill>
                  <a:schemeClr val="bg2"/>
                </a:solidFill>
              </a:rPr>
              <a:t>cụ</a:t>
            </a:r>
            <a:r>
              <a:rPr lang="fr-FR" sz="1400" dirty="0">
                <a:solidFill>
                  <a:schemeClr val="bg2"/>
                </a:solidFill>
              </a:rPr>
              <a:t> </a:t>
            </a:r>
            <a:r>
              <a:rPr lang="vi-VN" sz="1400" dirty="0" smtClean="0">
                <a:solidFill>
                  <a:schemeClr val="bg2"/>
                </a:solidFill>
              </a:rPr>
              <a:t>thể.</a:t>
            </a:r>
            <a:endParaRPr lang="en-US" sz="1400" dirty="0">
              <a:solidFill>
                <a:schemeClr val="bg2"/>
              </a:solidFill>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49"/>
                                        </p:tgtEl>
                                        <p:attrNameLst>
                                          <p:attrName>style.visibility</p:attrName>
                                        </p:attrNameLst>
                                      </p:cBhvr>
                                      <p:to>
                                        <p:strVal val="visible"/>
                                      </p:to>
                                    </p:set>
                                    <p:animEffect transition="in" filter="fade">
                                      <p:cBhvr>
                                        <p:cTn id="7" dur="250"/>
                                        <p:tgtEl>
                                          <p:spTgt spid="349"/>
                                        </p:tgtEl>
                                      </p:cBhvr>
                                    </p:animEffect>
                                    <p:anim calcmode="lin" valueType="num">
                                      <p:cBhvr>
                                        <p:cTn id="8" dur="250" fill="hold"/>
                                        <p:tgtEl>
                                          <p:spTgt spid="349"/>
                                        </p:tgtEl>
                                        <p:attrNameLst>
                                          <p:attrName>ppt_x</p:attrName>
                                        </p:attrNameLst>
                                      </p:cBhvr>
                                      <p:tavLst>
                                        <p:tav tm="0">
                                          <p:val>
                                            <p:strVal val="#ppt_x"/>
                                          </p:val>
                                        </p:tav>
                                        <p:tav tm="100000">
                                          <p:val>
                                            <p:strVal val="#ppt_x"/>
                                          </p:val>
                                        </p:tav>
                                      </p:tavLst>
                                    </p:anim>
                                    <p:anim calcmode="lin" valueType="num">
                                      <p:cBhvr>
                                        <p:cTn id="9" dur="250" fill="hold"/>
                                        <p:tgtEl>
                                          <p:spTgt spid="349"/>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wipe(down)">
                                      <p:cBhvr>
                                        <p:cTn id="12" dur="750"/>
                                        <p:tgtEl>
                                          <p:spTgt spid="3074"/>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348">
                                            <p:txEl>
                                              <p:pRg st="0" end="0"/>
                                            </p:txEl>
                                          </p:spTgt>
                                        </p:tgtEl>
                                        <p:attrNameLst>
                                          <p:attrName>style.visibility</p:attrName>
                                        </p:attrNameLst>
                                      </p:cBhvr>
                                      <p:to>
                                        <p:strVal val="visible"/>
                                      </p:to>
                                    </p:set>
                                    <p:anim calcmode="lin" valueType="num">
                                      <p:cBhvr>
                                        <p:cTn id="15" dur="1250" fill="hold"/>
                                        <p:tgtEl>
                                          <p:spTgt spid="348">
                                            <p:txEl>
                                              <p:pRg st="0" end="0"/>
                                            </p:txEl>
                                          </p:spTgt>
                                        </p:tgtEl>
                                        <p:attrNameLst>
                                          <p:attrName>ppt_w</p:attrName>
                                        </p:attrNameLst>
                                      </p:cBhvr>
                                      <p:tavLst>
                                        <p:tav tm="0">
                                          <p:val>
                                            <p:fltVal val="0"/>
                                          </p:val>
                                        </p:tav>
                                        <p:tav tm="100000">
                                          <p:val>
                                            <p:strVal val="#ppt_w"/>
                                          </p:val>
                                        </p:tav>
                                      </p:tavLst>
                                    </p:anim>
                                    <p:anim calcmode="lin" valueType="num">
                                      <p:cBhvr>
                                        <p:cTn id="16" dur="1250" fill="hold"/>
                                        <p:tgtEl>
                                          <p:spTgt spid="348">
                                            <p:txEl>
                                              <p:pRg st="0" end="0"/>
                                            </p:txEl>
                                          </p:spTgt>
                                        </p:tgtEl>
                                        <p:attrNameLst>
                                          <p:attrName>ppt_h</p:attrName>
                                        </p:attrNameLst>
                                      </p:cBhvr>
                                      <p:tavLst>
                                        <p:tav tm="0">
                                          <p:val>
                                            <p:fltVal val="0"/>
                                          </p:val>
                                        </p:tav>
                                        <p:tav tm="100000">
                                          <p:val>
                                            <p:strVal val="#ppt_h"/>
                                          </p:val>
                                        </p:tav>
                                      </p:tavLst>
                                    </p:anim>
                                    <p:animEffect transition="in" filter="fade">
                                      <p:cBhvr>
                                        <p:cTn id="17" dur="1250"/>
                                        <p:tgtEl>
                                          <p:spTgt spid="348">
                                            <p:txEl>
                                              <p:pRg st="0" end="0"/>
                                            </p:txEl>
                                          </p:spTgt>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p:cTn id="20" dur="1250" fill="hold"/>
                                        <p:tgtEl>
                                          <p:spTgt spid="27"/>
                                        </p:tgtEl>
                                        <p:attrNameLst>
                                          <p:attrName>ppt_w</p:attrName>
                                        </p:attrNameLst>
                                      </p:cBhvr>
                                      <p:tavLst>
                                        <p:tav tm="0">
                                          <p:val>
                                            <p:fltVal val="0"/>
                                          </p:val>
                                        </p:tav>
                                        <p:tav tm="100000">
                                          <p:val>
                                            <p:strVal val="#ppt_w"/>
                                          </p:val>
                                        </p:tav>
                                      </p:tavLst>
                                    </p:anim>
                                    <p:anim calcmode="lin" valueType="num">
                                      <p:cBhvr>
                                        <p:cTn id="21" dur="1250" fill="hold"/>
                                        <p:tgtEl>
                                          <p:spTgt spid="27"/>
                                        </p:tgtEl>
                                        <p:attrNameLst>
                                          <p:attrName>ppt_h</p:attrName>
                                        </p:attrNameLst>
                                      </p:cBhvr>
                                      <p:tavLst>
                                        <p:tav tm="0">
                                          <p:val>
                                            <p:fltVal val="0"/>
                                          </p:val>
                                        </p:tav>
                                        <p:tav tm="100000">
                                          <p:val>
                                            <p:strVal val="#ppt_h"/>
                                          </p:val>
                                        </p:tav>
                                      </p:tavLst>
                                    </p:anim>
                                    <p:animEffect transition="in" filter="fade">
                                      <p:cBhvr>
                                        <p:cTn id="22" dur="1250"/>
                                        <p:tgtEl>
                                          <p:spTgt spid="2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p:cTn id="25" dur="1250" fill="hold"/>
                                        <p:tgtEl>
                                          <p:spTgt spid="28"/>
                                        </p:tgtEl>
                                        <p:attrNameLst>
                                          <p:attrName>ppt_w</p:attrName>
                                        </p:attrNameLst>
                                      </p:cBhvr>
                                      <p:tavLst>
                                        <p:tav tm="0">
                                          <p:val>
                                            <p:fltVal val="0"/>
                                          </p:val>
                                        </p:tav>
                                        <p:tav tm="100000">
                                          <p:val>
                                            <p:strVal val="#ppt_w"/>
                                          </p:val>
                                        </p:tav>
                                      </p:tavLst>
                                    </p:anim>
                                    <p:anim calcmode="lin" valueType="num">
                                      <p:cBhvr>
                                        <p:cTn id="26" dur="1250" fill="hold"/>
                                        <p:tgtEl>
                                          <p:spTgt spid="28"/>
                                        </p:tgtEl>
                                        <p:attrNameLst>
                                          <p:attrName>ppt_h</p:attrName>
                                        </p:attrNameLst>
                                      </p:cBhvr>
                                      <p:tavLst>
                                        <p:tav tm="0">
                                          <p:val>
                                            <p:fltVal val="0"/>
                                          </p:val>
                                        </p:tav>
                                        <p:tav tm="100000">
                                          <p:val>
                                            <p:strVal val="#ppt_h"/>
                                          </p:val>
                                        </p:tav>
                                      </p:tavLst>
                                    </p:anim>
                                    <p:animEffect transition="in" filter="fade">
                                      <p:cBhvr>
                                        <p:cTn id="27" dur="1250"/>
                                        <p:tgtEl>
                                          <p:spTgt spid="2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p:cTn id="30" dur="1250" fill="hold"/>
                                        <p:tgtEl>
                                          <p:spTgt spid="29"/>
                                        </p:tgtEl>
                                        <p:attrNameLst>
                                          <p:attrName>ppt_w</p:attrName>
                                        </p:attrNameLst>
                                      </p:cBhvr>
                                      <p:tavLst>
                                        <p:tav tm="0">
                                          <p:val>
                                            <p:fltVal val="0"/>
                                          </p:val>
                                        </p:tav>
                                        <p:tav tm="100000">
                                          <p:val>
                                            <p:strVal val="#ppt_w"/>
                                          </p:val>
                                        </p:tav>
                                      </p:tavLst>
                                    </p:anim>
                                    <p:anim calcmode="lin" valueType="num">
                                      <p:cBhvr>
                                        <p:cTn id="31" dur="1250" fill="hold"/>
                                        <p:tgtEl>
                                          <p:spTgt spid="29"/>
                                        </p:tgtEl>
                                        <p:attrNameLst>
                                          <p:attrName>ppt_h</p:attrName>
                                        </p:attrNameLst>
                                      </p:cBhvr>
                                      <p:tavLst>
                                        <p:tav tm="0">
                                          <p:val>
                                            <p:fltVal val="0"/>
                                          </p:val>
                                        </p:tav>
                                        <p:tav tm="100000">
                                          <p:val>
                                            <p:strVal val="#ppt_h"/>
                                          </p:val>
                                        </p:tav>
                                      </p:tavLst>
                                    </p:anim>
                                    <p:animEffect transition="in" filter="fade">
                                      <p:cBhvr>
                                        <p:cTn id="32" dur="1250"/>
                                        <p:tgtEl>
                                          <p:spTgt spid="29"/>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p:cTn id="35" dur="1250" fill="hold"/>
                                        <p:tgtEl>
                                          <p:spTgt spid="30"/>
                                        </p:tgtEl>
                                        <p:attrNameLst>
                                          <p:attrName>ppt_w</p:attrName>
                                        </p:attrNameLst>
                                      </p:cBhvr>
                                      <p:tavLst>
                                        <p:tav tm="0">
                                          <p:val>
                                            <p:fltVal val="0"/>
                                          </p:val>
                                        </p:tav>
                                        <p:tav tm="100000">
                                          <p:val>
                                            <p:strVal val="#ppt_w"/>
                                          </p:val>
                                        </p:tav>
                                      </p:tavLst>
                                    </p:anim>
                                    <p:anim calcmode="lin" valueType="num">
                                      <p:cBhvr>
                                        <p:cTn id="36" dur="1250" fill="hold"/>
                                        <p:tgtEl>
                                          <p:spTgt spid="30"/>
                                        </p:tgtEl>
                                        <p:attrNameLst>
                                          <p:attrName>ppt_h</p:attrName>
                                        </p:attrNameLst>
                                      </p:cBhvr>
                                      <p:tavLst>
                                        <p:tav tm="0">
                                          <p:val>
                                            <p:fltVal val="0"/>
                                          </p:val>
                                        </p:tav>
                                        <p:tav tm="100000">
                                          <p:val>
                                            <p:strVal val="#ppt_h"/>
                                          </p:val>
                                        </p:tav>
                                      </p:tavLst>
                                    </p:anim>
                                    <p:animEffect transition="in" filter="fade">
                                      <p:cBhvr>
                                        <p:cTn id="37" dur="1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0" build="p"/>
      <p:bldP spid="349" grpId="0" animBg="1"/>
      <p:bldP spid="27" grpId="0"/>
      <p:bldP spid="28" grpId="0"/>
      <p:bldP spid="29"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idx="8"/>
          </p:nvPr>
        </p:nvSpPr>
        <p:spPr>
          <a:xfrm>
            <a:off x="1002324" y="711180"/>
            <a:ext cx="2456801" cy="77737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2400" dirty="0" smtClean="0"/>
              <a:t>Các thuật ngữ cần biết</a:t>
            </a:r>
            <a:endParaRPr sz="2400" dirty="0"/>
          </a:p>
        </p:txBody>
      </p:sp>
      <p:sp>
        <p:nvSpPr>
          <p:cNvPr id="263" name="Google Shape;263;p36"/>
          <p:cNvSpPr/>
          <p:nvPr/>
        </p:nvSpPr>
        <p:spPr>
          <a:xfrm>
            <a:off x="3488944" y="1920131"/>
            <a:ext cx="298800" cy="314581"/>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6"/>
          <p:cNvSpPr/>
          <p:nvPr/>
        </p:nvSpPr>
        <p:spPr>
          <a:xfrm>
            <a:off x="5186968" y="1885461"/>
            <a:ext cx="298800" cy="293555"/>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5" name="Google Shape;265;p36"/>
          <p:cNvPicPr preferRelativeResize="0"/>
          <p:nvPr/>
        </p:nvPicPr>
        <p:blipFill>
          <a:blip r:embed="rId3">
            <a:alphaModFix/>
          </a:blip>
          <a:stretch>
            <a:fillRect/>
          </a:stretch>
        </p:blipFill>
        <p:spPr>
          <a:xfrm rot="-695467">
            <a:off x="7739865" y="-26316"/>
            <a:ext cx="1323877" cy="1547814"/>
          </a:xfrm>
          <a:prstGeom prst="rect">
            <a:avLst/>
          </a:prstGeom>
          <a:noFill/>
          <a:ln>
            <a:noFill/>
          </a:ln>
          <a:effectLst>
            <a:outerShdw blurRad="57150" dist="19050" dir="5400000" algn="bl" rotWithShape="0">
              <a:srgbClr val="000000">
                <a:alpha val="50000"/>
              </a:srgbClr>
            </a:outerShdw>
          </a:effectLst>
        </p:spPr>
      </p:pic>
      <p:sp>
        <p:nvSpPr>
          <p:cNvPr id="266" name="Google Shape;266;p36"/>
          <p:cNvSpPr txBox="1">
            <a:spLocks noGrp="1"/>
          </p:cNvSpPr>
          <p:nvPr>
            <p:ph type="title" idx="4"/>
          </p:nvPr>
        </p:nvSpPr>
        <p:spPr>
          <a:xfrm rot="-695454">
            <a:off x="7977626" y="752904"/>
            <a:ext cx="1019797" cy="61400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400" dirty="0">
                <a:solidFill>
                  <a:schemeClr val="dk2"/>
                </a:solidFill>
                <a:latin typeface="Anonymous Pro"/>
                <a:ea typeface="Anonymous Pro"/>
                <a:cs typeface="Anonymous Pro"/>
                <a:sym typeface="Anonymous Pro"/>
              </a:rPr>
              <a:t>Exam content</a:t>
            </a:r>
            <a:endParaRPr sz="1600" dirty="0">
              <a:solidFill>
                <a:schemeClr val="dk2"/>
              </a:solidFill>
              <a:latin typeface="Anonymous Pro"/>
              <a:ea typeface="Anonymous Pro"/>
              <a:cs typeface="Anonymous Pro"/>
              <a:sym typeface="Anonymous Pro"/>
            </a:endParaRPr>
          </a:p>
        </p:txBody>
      </p:sp>
      <p:grpSp>
        <p:nvGrpSpPr>
          <p:cNvPr id="267" name="Google Shape;267;p36"/>
          <p:cNvGrpSpPr/>
          <p:nvPr/>
        </p:nvGrpSpPr>
        <p:grpSpPr>
          <a:xfrm>
            <a:off x="8022597" y="629677"/>
            <a:ext cx="272906" cy="434118"/>
            <a:chOff x="1312450" y="4093350"/>
            <a:chExt cx="685350" cy="1090200"/>
          </a:xfrm>
        </p:grpSpPr>
        <p:sp>
          <p:nvSpPr>
            <p:cNvPr id="268" name="Google Shape;268;p36"/>
            <p:cNvSpPr/>
            <p:nvPr/>
          </p:nvSpPr>
          <p:spPr>
            <a:xfrm>
              <a:off x="1312450" y="4093350"/>
              <a:ext cx="685350" cy="1090200"/>
            </a:xfrm>
            <a:custGeom>
              <a:avLst/>
              <a:gdLst/>
              <a:ahLst/>
              <a:cxnLst/>
              <a:rect l="l" t="t" r="r" b="b"/>
              <a:pathLst>
                <a:path w="27414" h="43608" extrusionOk="0">
                  <a:moveTo>
                    <a:pt x="5201" y="10009"/>
                  </a:moveTo>
                  <a:lnTo>
                    <a:pt x="5201" y="10009"/>
                  </a:lnTo>
                  <a:cubicBezTo>
                    <a:pt x="5040" y="10996"/>
                    <a:pt x="5002" y="11987"/>
                    <a:pt x="5102" y="12937"/>
                  </a:cubicBezTo>
                  <a:cubicBezTo>
                    <a:pt x="5170" y="13571"/>
                    <a:pt x="5297" y="14196"/>
                    <a:pt x="5478" y="14807"/>
                  </a:cubicBezTo>
                  <a:cubicBezTo>
                    <a:pt x="4743" y="13294"/>
                    <a:pt x="4728" y="11634"/>
                    <a:pt x="5201" y="10009"/>
                  </a:cubicBezTo>
                  <a:close/>
                  <a:moveTo>
                    <a:pt x="15811" y="1265"/>
                  </a:moveTo>
                  <a:cubicBezTo>
                    <a:pt x="20541" y="1265"/>
                    <a:pt x="25145" y="5101"/>
                    <a:pt x="25884" y="9796"/>
                  </a:cubicBezTo>
                  <a:cubicBezTo>
                    <a:pt x="26649" y="14663"/>
                    <a:pt x="23581" y="19908"/>
                    <a:pt x="18734" y="21156"/>
                  </a:cubicBezTo>
                  <a:lnTo>
                    <a:pt x="18733" y="21156"/>
                  </a:lnTo>
                  <a:cubicBezTo>
                    <a:pt x="17919" y="21366"/>
                    <a:pt x="17082" y="21467"/>
                    <a:pt x="16245" y="21467"/>
                  </a:cubicBezTo>
                  <a:cubicBezTo>
                    <a:pt x="12150" y="21467"/>
                    <a:pt x="8059" y="19044"/>
                    <a:pt x="6641" y="15088"/>
                  </a:cubicBezTo>
                  <a:cubicBezTo>
                    <a:pt x="5469" y="11816"/>
                    <a:pt x="6172" y="7764"/>
                    <a:pt x="8270" y="4955"/>
                  </a:cubicBezTo>
                  <a:cubicBezTo>
                    <a:pt x="9623" y="3549"/>
                    <a:pt x="11222" y="2430"/>
                    <a:pt x="12774" y="1829"/>
                  </a:cubicBezTo>
                  <a:cubicBezTo>
                    <a:pt x="13408" y="1665"/>
                    <a:pt x="14061" y="1582"/>
                    <a:pt x="14715" y="1582"/>
                  </a:cubicBezTo>
                  <a:cubicBezTo>
                    <a:pt x="14773" y="1582"/>
                    <a:pt x="14831" y="1582"/>
                    <a:pt x="14889" y="1584"/>
                  </a:cubicBezTo>
                  <a:cubicBezTo>
                    <a:pt x="14890" y="1584"/>
                    <a:pt x="14891" y="1584"/>
                    <a:pt x="14891" y="1584"/>
                  </a:cubicBezTo>
                  <a:cubicBezTo>
                    <a:pt x="15042" y="1584"/>
                    <a:pt x="15084" y="1340"/>
                    <a:pt x="14936" y="1309"/>
                  </a:cubicBezTo>
                  <a:cubicBezTo>
                    <a:pt x="15228" y="1279"/>
                    <a:pt x="15519" y="1265"/>
                    <a:pt x="15811" y="1265"/>
                  </a:cubicBezTo>
                  <a:close/>
                  <a:moveTo>
                    <a:pt x="11744" y="28418"/>
                  </a:moveTo>
                  <a:lnTo>
                    <a:pt x="11744" y="28418"/>
                  </a:lnTo>
                  <a:cubicBezTo>
                    <a:pt x="12408" y="28787"/>
                    <a:pt x="13268" y="28878"/>
                    <a:pt x="14064" y="28978"/>
                  </a:cubicBezTo>
                  <a:cubicBezTo>
                    <a:pt x="13489" y="31053"/>
                    <a:pt x="12936" y="33136"/>
                    <a:pt x="12378" y="35217"/>
                  </a:cubicBezTo>
                  <a:lnTo>
                    <a:pt x="12377" y="35217"/>
                  </a:lnTo>
                  <a:lnTo>
                    <a:pt x="11752" y="37548"/>
                  </a:lnTo>
                  <a:cubicBezTo>
                    <a:pt x="11436" y="37515"/>
                    <a:pt x="11118" y="37500"/>
                    <a:pt x="10804" y="37432"/>
                  </a:cubicBezTo>
                  <a:cubicBezTo>
                    <a:pt x="10450" y="37354"/>
                    <a:pt x="10108" y="37230"/>
                    <a:pt x="9772" y="37098"/>
                  </a:cubicBezTo>
                  <a:cubicBezTo>
                    <a:pt x="9899" y="36422"/>
                    <a:pt x="10035" y="35749"/>
                    <a:pt x="10185" y="35077"/>
                  </a:cubicBezTo>
                  <a:cubicBezTo>
                    <a:pt x="10425" y="33999"/>
                    <a:pt x="10695" y="32928"/>
                    <a:pt x="10992" y="31864"/>
                  </a:cubicBezTo>
                  <a:cubicBezTo>
                    <a:pt x="11305" y="30745"/>
                    <a:pt x="11807" y="29661"/>
                    <a:pt x="11760" y="28491"/>
                  </a:cubicBezTo>
                  <a:cubicBezTo>
                    <a:pt x="11757" y="28467"/>
                    <a:pt x="11752" y="28442"/>
                    <a:pt x="11744" y="28418"/>
                  </a:cubicBezTo>
                  <a:close/>
                  <a:moveTo>
                    <a:pt x="9701" y="37483"/>
                  </a:moveTo>
                  <a:cubicBezTo>
                    <a:pt x="10246" y="37833"/>
                    <a:pt x="10942" y="38077"/>
                    <a:pt x="11595" y="38077"/>
                  </a:cubicBezTo>
                  <a:cubicBezTo>
                    <a:pt x="11600" y="38077"/>
                    <a:pt x="11605" y="38077"/>
                    <a:pt x="11609" y="38077"/>
                  </a:cubicBezTo>
                  <a:lnTo>
                    <a:pt x="11609" y="38077"/>
                  </a:lnTo>
                  <a:cubicBezTo>
                    <a:pt x="11580" y="38193"/>
                    <a:pt x="11549" y="38311"/>
                    <a:pt x="11517" y="38428"/>
                  </a:cubicBezTo>
                  <a:lnTo>
                    <a:pt x="11517" y="38427"/>
                  </a:lnTo>
                  <a:cubicBezTo>
                    <a:pt x="11470" y="38603"/>
                    <a:pt x="11418" y="38860"/>
                    <a:pt x="11359" y="39156"/>
                  </a:cubicBezTo>
                  <a:cubicBezTo>
                    <a:pt x="11204" y="39085"/>
                    <a:pt x="11033" y="39072"/>
                    <a:pt x="10858" y="39072"/>
                  </a:cubicBezTo>
                  <a:cubicBezTo>
                    <a:pt x="10752" y="39072"/>
                    <a:pt x="10645" y="39077"/>
                    <a:pt x="10540" y="39077"/>
                  </a:cubicBezTo>
                  <a:cubicBezTo>
                    <a:pt x="10481" y="39077"/>
                    <a:pt x="10423" y="39075"/>
                    <a:pt x="10366" y="39070"/>
                  </a:cubicBezTo>
                  <a:cubicBezTo>
                    <a:pt x="10056" y="39046"/>
                    <a:pt x="9752" y="38970"/>
                    <a:pt x="9446" y="38922"/>
                  </a:cubicBezTo>
                  <a:cubicBezTo>
                    <a:pt x="9465" y="38818"/>
                    <a:pt x="9482" y="38724"/>
                    <a:pt x="9492" y="38655"/>
                  </a:cubicBezTo>
                  <a:cubicBezTo>
                    <a:pt x="9556" y="38264"/>
                    <a:pt x="9631" y="37874"/>
                    <a:pt x="9701" y="37483"/>
                  </a:cubicBezTo>
                  <a:close/>
                  <a:moveTo>
                    <a:pt x="9371" y="39374"/>
                  </a:moveTo>
                  <a:cubicBezTo>
                    <a:pt x="9633" y="39480"/>
                    <a:pt x="9916" y="39543"/>
                    <a:pt x="10196" y="39580"/>
                  </a:cubicBezTo>
                  <a:cubicBezTo>
                    <a:pt x="10388" y="39606"/>
                    <a:pt x="10607" y="39642"/>
                    <a:pt x="10819" y="39642"/>
                  </a:cubicBezTo>
                  <a:cubicBezTo>
                    <a:pt x="10980" y="39642"/>
                    <a:pt x="11137" y="39622"/>
                    <a:pt x="11275" y="39560"/>
                  </a:cubicBezTo>
                  <a:lnTo>
                    <a:pt x="11275" y="39560"/>
                  </a:lnTo>
                  <a:cubicBezTo>
                    <a:pt x="11189" y="39985"/>
                    <a:pt x="11082" y="40437"/>
                    <a:pt x="10950" y="40815"/>
                  </a:cubicBezTo>
                  <a:cubicBezTo>
                    <a:pt x="10924" y="40814"/>
                    <a:pt x="10899" y="40814"/>
                    <a:pt x="10873" y="40814"/>
                  </a:cubicBezTo>
                  <a:cubicBezTo>
                    <a:pt x="10639" y="40814"/>
                    <a:pt x="10398" y="40862"/>
                    <a:pt x="10159" y="40862"/>
                  </a:cubicBezTo>
                  <a:cubicBezTo>
                    <a:pt x="10125" y="40862"/>
                    <a:pt x="10090" y="40861"/>
                    <a:pt x="10056" y="40859"/>
                  </a:cubicBezTo>
                  <a:cubicBezTo>
                    <a:pt x="9795" y="40841"/>
                    <a:pt x="9538" y="40801"/>
                    <a:pt x="9284" y="40736"/>
                  </a:cubicBezTo>
                  <a:cubicBezTo>
                    <a:pt x="9251" y="40301"/>
                    <a:pt x="9306" y="39796"/>
                    <a:pt x="9371" y="39374"/>
                  </a:cubicBezTo>
                  <a:close/>
                  <a:moveTo>
                    <a:pt x="9402" y="41289"/>
                  </a:moveTo>
                  <a:lnTo>
                    <a:pt x="9402" y="41289"/>
                  </a:lnTo>
                  <a:cubicBezTo>
                    <a:pt x="9559" y="41334"/>
                    <a:pt x="9718" y="41367"/>
                    <a:pt x="9881" y="41388"/>
                  </a:cubicBezTo>
                  <a:cubicBezTo>
                    <a:pt x="10049" y="41410"/>
                    <a:pt x="10255" y="41433"/>
                    <a:pt x="10462" y="41433"/>
                  </a:cubicBezTo>
                  <a:cubicBezTo>
                    <a:pt x="10528" y="41433"/>
                    <a:pt x="10593" y="41431"/>
                    <a:pt x="10658" y="41426"/>
                  </a:cubicBezTo>
                  <a:lnTo>
                    <a:pt x="10658" y="41426"/>
                  </a:lnTo>
                  <a:cubicBezTo>
                    <a:pt x="10569" y="41553"/>
                    <a:pt x="10471" y="41645"/>
                    <a:pt x="10362" y="41677"/>
                  </a:cubicBezTo>
                  <a:cubicBezTo>
                    <a:pt x="10234" y="41715"/>
                    <a:pt x="10121" y="41733"/>
                    <a:pt x="10020" y="41733"/>
                  </a:cubicBezTo>
                  <a:cubicBezTo>
                    <a:pt x="9703" y="41733"/>
                    <a:pt x="9511" y="41557"/>
                    <a:pt x="9402" y="41289"/>
                  </a:cubicBezTo>
                  <a:close/>
                  <a:moveTo>
                    <a:pt x="15893" y="1"/>
                  </a:moveTo>
                  <a:cubicBezTo>
                    <a:pt x="15395" y="1"/>
                    <a:pt x="14894" y="37"/>
                    <a:pt x="14392" y="112"/>
                  </a:cubicBezTo>
                  <a:cubicBezTo>
                    <a:pt x="8294" y="1027"/>
                    <a:pt x="1" y="10835"/>
                    <a:pt x="5909" y="16358"/>
                  </a:cubicBezTo>
                  <a:cubicBezTo>
                    <a:pt x="5961" y="16407"/>
                    <a:pt x="6017" y="16426"/>
                    <a:pt x="6069" y="16426"/>
                  </a:cubicBezTo>
                  <a:cubicBezTo>
                    <a:pt x="6083" y="16426"/>
                    <a:pt x="6096" y="16425"/>
                    <a:pt x="6110" y="16423"/>
                  </a:cubicBezTo>
                  <a:cubicBezTo>
                    <a:pt x="7517" y="19288"/>
                    <a:pt x="10185" y="21363"/>
                    <a:pt x="13288" y="22188"/>
                  </a:cubicBezTo>
                  <a:cubicBezTo>
                    <a:pt x="12902" y="23062"/>
                    <a:pt x="12749" y="24055"/>
                    <a:pt x="12540" y="24979"/>
                  </a:cubicBezTo>
                  <a:cubicBezTo>
                    <a:pt x="12385" y="25662"/>
                    <a:pt x="12080" y="26433"/>
                    <a:pt x="12061" y="27162"/>
                  </a:cubicBezTo>
                  <a:cubicBezTo>
                    <a:pt x="11762" y="27201"/>
                    <a:pt x="11473" y="27285"/>
                    <a:pt x="11204" y="27442"/>
                  </a:cubicBezTo>
                  <a:cubicBezTo>
                    <a:pt x="11018" y="27550"/>
                    <a:pt x="11015" y="27777"/>
                    <a:pt x="11142" y="27928"/>
                  </a:cubicBezTo>
                  <a:cubicBezTo>
                    <a:pt x="11145" y="27935"/>
                    <a:pt x="11150" y="27938"/>
                    <a:pt x="11155" y="27944"/>
                  </a:cubicBezTo>
                  <a:cubicBezTo>
                    <a:pt x="11028" y="27948"/>
                    <a:pt x="10910" y="28008"/>
                    <a:pt x="10832" y="28108"/>
                  </a:cubicBezTo>
                  <a:cubicBezTo>
                    <a:pt x="9928" y="29229"/>
                    <a:pt x="9683" y="30715"/>
                    <a:pt x="9312" y="32089"/>
                  </a:cubicBezTo>
                  <a:cubicBezTo>
                    <a:pt x="8852" y="33796"/>
                    <a:pt x="8465" y="35519"/>
                    <a:pt x="8149" y="37259"/>
                  </a:cubicBezTo>
                  <a:cubicBezTo>
                    <a:pt x="7935" y="38433"/>
                    <a:pt x="7369" y="40158"/>
                    <a:pt x="7613" y="41356"/>
                  </a:cubicBezTo>
                  <a:cubicBezTo>
                    <a:pt x="7832" y="42434"/>
                    <a:pt x="8920" y="43013"/>
                    <a:pt x="9873" y="43417"/>
                  </a:cubicBezTo>
                  <a:cubicBezTo>
                    <a:pt x="10183" y="43548"/>
                    <a:pt x="10458" y="43608"/>
                    <a:pt x="10702" y="43608"/>
                  </a:cubicBezTo>
                  <a:cubicBezTo>
                    <a:pt x="12509" y="43608"/>
                    <a:pt x="12630" y="40342"/>
                    <a:pt x="13029" y="38845"/>
                  </a:cubicBezTo>
                  <a:cubicBezTo>
                    <a:pt x="13941" y="35420"/>
                    <a:pt x="14878" y="31999"/>
                    <a:pt x="15749" y="28562"/>
                  </a:cubicBezTo>
                  <a:cubicBezTo>
                    <a:pt x="15842" y="28197"/>
                    <a:pt x="15632" y="27698"/>
                    <a:pt x="15220" y="27630"/>
                  </a:cubicBezTo>
                  <a:cubicBezTo>
                    <a:pt x="14854" y="27569"/>
                    <a:pt x="14466" y="27473"/>
                    <a:pt x="14071" y="27380"/>
                  </a:cubicBezTo>
                  <a:cubicBezTo>
                    <a:pt x="14478" y="25797"/>
                    <a:pt x="14896" y="24136"/>
                    <a:pt x="15010" y="22508"/>
                  </a:cubicBezTo>
                  <a:cubicBezTo>
                    <a:pt x="15443" y="22557"/>
                    <a:pt x="15877" y="22582"/>
                    <a:pt x="16312" y="22582"/>
                  </a:cubicBezTo>
                  <a:cubicBezTo>
                    <a:pt x="16645" y="22582"/>
                    <a:pt x="16978" y="22568"/>
                    <a:pt x="17310" y="22539"/>
                  </a:cubicBezTo>
                  <a:cubicBezTo>
                    <a:pt x="23190" y="22007"/>
                    <a:pt x="27413" y="16567"/>
                    <a:pt x="27170" y="10774"/>
                  </a:cubicBezTo>
                  <a:cubicBezTo>
                    <a:pt x="26925" y="4930"/>
                    <a:pt x="21682" y="1"/>
                    <a:pt x="15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6"/>
            <p:cNvSpPr/>
            <p:nvPr/>
          </p:nvSpPr>
          <p:spPr>
            <a:xfrm>
              <a:off x="1477975" y="4161250"/>
              <a:ext cx="487250" cy="450450"/>
            </a:xfrm>
            <a:custGeom>
              <a:avLst/>
              <a:gdLst/>
              <a:ahLst/>
              <a:cxnLst/>
              <a:rect l="l" t="t" r="r" b="b"/>
              <a:pathLst>
                <a:path w="19490" h="18018" extrusionOk="0">
                  <a:moveTo>
                    <a:pt x="1614" y="7205"/>
                  </a:moveTo>
                  <a:cubicBezTo>
                    <a:pt x="1122" y="9193"/>
                    <a:pt x="1161" y="11265"/>
                    <a:pt x="1871" y="12865"/>
                  </a:cubicBezTo>
                  <a:cubicBezTo>
                    <a:pt x="1911" y="12957"/>
                    <a:pt x="1956" y="13046"/>
                    <a:pt x="2001" y="13135"/>
                  </a:cubicBezTo>
                  <a:cubicBezTo>
                    <a:pt x="1442" y="12197"/>
                    <a:pt x="1127" y="11132"/>
                    <a:pt x="1088" y="10040"/>
                  </a:cubicBezTo>
                  <a:cubicBezTo>
                    <a:pt x="1052" y="9061"/>
                    <a:pt x="1251" y="8105"/>
                    <a:pt x="1614" y="7205"/>
                  </a:cubicBezTo>
                  <a:close/>
                  <a:moveTo>
                    <a:pt x="8769" y="1099"/>
                  </a:moveTo>
                  <a:cubicBezTo>
                    <a:pt x="10213" y="1099"/>
                    <a:pt x="11739" y="1834"/>
                    <a:pt x="12928" y="2514"/>
                  </a:cubicBezTo>
                  <a:cubicBezTo>
                    <a:pt x="15190" y="3806"/>
                    <a:pt x="17154" y="5801"/>
                    <a:pt x="17151" y="8562"/>
                  </a:cubicBezTo>
                  <a:cubicBezTo>
                    <a:pt x="17150" y="11027"/>
                    <a:pt x="16062" y="14041"/>
                    <a:pt x="14176" y="15676"/>
                  </a:cubicBezTo>
                  <a:cubicBezTo>
                    <a:pt x="13112" y="16598"/>
                    <a:pt x="11835" y="16976"/>
                    <a:pt x="10526" y="16976"/>
                  </a:cubicBezTo>
                  <a:cubicBezTo>
                    <a:pt x="8796" y="16976"/>
                    <a:pt x="7009" y="16315"/>
                    <a:pt x="5579" y="15381"/>
                  </a:cubicBezTo>
                  <a:cubicBezTo>
                    <a:pt x="2756" y="13536"/>
                    <a:pt x="1781" y="10776"/>
                    <a:pt x="2574" y="7531"/>
                  </a:cubicBezTo>
                  <a:cubicBezTo>
                    <a:pt x="2925" y="6098"/>
                    <a:pt x="3537" y="4567"/>
                    <a:pt x="4464" y="3322"/>
                  </a:cubicBezTo>
                  <a:cubicBezTo>
                    <a:pt x="4471" y="3316"/>
                    <a:pt x="4477" y="3308"/>
                    <a:pt x="4485" y="3302"/>
                  </a:cubicBezTo>
                  <a:cubicBezTo>
                    <a:pt x="5475" y="2436"/>
                    <a:pt x="6694" y="1440"/>
                    <a:pt x="8014" y="1172"/>
                  </a:cubicBezTo>
                  <a:cubicBezTo>
                    <a:pt x="8262" y="1122"/>
                    <a:pt x="8514" y="1099"/>
                    <a:pt x="8769" y="1099"/>
                  </a:cubicBezTo>
                  <a:close/>
                  <a:moveTo>
                    <a:pt x="8887" y="1"/>
                  </a:moveTo>
                  <a:cubicBezTo>
                    <a:pt x="8837" y="1"/>
                    <a:pt x="8788" y="1"/>
                    <a:pt x="8738" y="3"/>
                  </a:cubicBezTo>
                  <a:cubicBezTo>
                    <a:pt x="6181" y="71"/>
                    <a:pt x="3888" y="2245"/>
                    <a:pt x="2440" y="4180"/>
                  </a:cubicBezTo>
                  <a:cubicBezTo>
                    <a:pt x="877" y="6267"/>
                    <a:pt x="1" y="8911"/>
                    <a:pt x="661" y="11505"/>
                  </a:cubicBezTo>
                  <a:cubicBezTo>
                    <a:pt x="1175" y="13521"/>
                    <a:pt x="2542" y="15297"/>
                    <a:pt x="4474" y="15997"/>
                  </a:cubicBezTo>
                  <a:cubicBezTo>
                    <a:pt x="6169" y="17258"/>
                    <a:pt x="8337" y="18017"/>
                    <a:pt x="10414" y="18017"/>
                  </a:cubicBezTo>
                  <a:cubicBezTo>
                    <a:pt x="12074" y="18017"/>
                    <a:pt x="13676" y="17532"/>
                    <a:pt x="14932" y="16430"/>
                  </a:cubicBezTo>
                  <a:cubicBezTo>
                    <a:pt x="18721" y="13109"/>
                    <a:pt x="19489" y="6595"/>
                    <a:pt x="15668" y="3108"/>
                  </a:cubicBezTo>
                  <a:cubicBezTo>
                    <a:pt x="13933" y="1526"/>
                    <a:pt x="11308" y="1"/>
                    <a:pt x="88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6"/>
            <p:cNvSpPr/>
            <p:nvPr/>
          </p:nvSpPr>
          <p:spPr>
            <a:xfrm>
              <a:off x="1611400" y="4264325"/>
              <a:ext cx="204725" cy="224825"/>
            </a:xfrm>
            <a:custGeom>
              <a:avLst/>
              <a:gdLst/>
              <a:ahLst/>
              <a:cxnLst/>
              <a:rect l="l" t="t" r="r" b="b"/>
              <a:pathLst>
                <a:path w="8189" h="8993" extrusionOk="0">
                  <a:moveTo>
                    <a:pt x="3561" y="0"/>
                  </a:moveTo>
                  <a:cubicBezTo>
                    <a:pt x="1727" y="0"/>
                    <a:pt x="0" y="1490"/>
                    <a:pt x="935" y="3575"/>
                  </a:cubicBezTo>
                  <a:cubicBezTo>
                    <a:pt x="1077" y="3892"/>
                    <a:pt x="1311" y="4020"/>
                    <a:pt x="1557" y="4020"/>
                  </a:cubicBezTo>
                  <a:cubicBezTo>
                    <a:pt x="2000" y="4020"/>
                    <a:pt x="2483" y="3607"/>
                    <a:pt x="2546" y="3138"/>
                  </a:cubicBezTo>
                  <a:cubicBezTo>
                    <a:pt x="2652" y="2350"/>
                    <a:pt x="3006" y="2037"/>
                    <a:pt x="3405" y="2037"/>
                  </a:cubicBezTo>
                  <a:cubicBezTo>
                    <a:pt x="4054" y="2037"/>
                    <a:pt x="4819" y="2864"/>
                    <a:pt x="4821" y="3825"/>
                  </a:cubicBezTo>
                  <a:cubicBezTo>
                    <a:pt x="4825" y="5165"/>
                    <a:pt x="3942" y="6358"/>
                    <a:pt x="3228" y="7421"/>
                  </a:cubicBezTo>
                  <a:cubicBezTo>
                    <a:pt x="2689" y="8221"/>
                    <a:pt x="3437" y="8993"/>
                    <a:pt x="4195" y="8993"/>
                  </a:cubicBezTo>
                  <a:cubicBezTo>
                    <a:pt x="4522" y="8993"/>
                    <a:pt x="4850" y="8849"/>
                    <a:pt x="5078" y="8503"/>
                  </a:cubicBezTo>
                  <a:cubicBezTo>
                    <a:pt x="6537" y="6287"/>
                    <a:pt x="8188" y="2626"/>
                    <a:pt x="5438" y="602"/>
                  </a:cubicBezTo>
                  <a:cubicBezTo>
                    <a:pt x="4875" y="188"/>
                    <a:pt x="4211" y="0"/>
                    <a:pt x="35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6"/>
            <p:cNvSpPr/>
            <p:nvPr/>
          </p:nvSpPr>
          <p:spPr>
            <a:xfrm>
              <a:off x="1688575" y="4506825"/>
              <a:ext cx="60375" cy="62375"/>
            </a:xfrm>
            <a:custGeom>
              <a:avLst/>
              <a:gdLst/>
              <a:ahLst/>
              <a:cxnLst/>
              <a:rect l="l" t="t" r="r" b="b"/>
              <a:pathLst>
                <a:path w="2415" h="2495" extrusionOk="0">
                  <a:moveTo>
                    <a:pt x="1242" y="0"/>
                  </a:moveTo>
                  <a:cubicBezTo>
                    <a:pt x="1230" y="0"/>
                    <a:pt x="1219" y="1"/>
                    <a:pt x="1207" y="1"/>
                  </a:cubicBezTo>
                  <a:cubicBezTo>
                    <a:pt x="1005" y="10"/>
                    <a:pt x="807" y="63"/>
                    <a:pt x="629" y="158"/>
                  </a:cubicBezTo>
                  <a:cubicBezTo>
                    <a:pt x="403" y="277"/>
                    <a:pt x="150" y="585"/>
                    <a:pt x="103" y="841"/>
                  </a:cubicBezTo>
                  <a:cubicBezTo>
                    <a:pt x="93" y="897"/>
                    <a:pt x="83" y="952"/>
                    <a:pt x="73" y="1007"/>
                  </a:cubicBezTo>
                  <a:cubicBezTo>
                    <a:pt x="0" y="1417"/>
                    <a:pt x="50" y="1851"/>
                    <a:pt x="375" y="2151"/>
                  </a:cubicBezTo>
                  <a:cubicBezTo>
                    <a:pt x="605" y="2361"/>
                    <a:pt x="887" y="2495"/>
                    <a:pt x="1207" y="2495"/>
                  </a:cubicBezTo>
                  <a:cubicBezTo>
                    <a:pt x="1517" y="2490"/>
                    <a:pt x="1814" y="2367"/>
                    <a:pt x="2037" y="2151"/>
                  </a:cubicBezTo>
                  <a:cubicBezTo>
                    <a:pt x="2354" y="1833"/>
                    <a:pt x="2415" y="1430"/>
                    <a:pt x="2339" y="1007"/>
                  </a:cubicBezTo>
                  <a:cubicBezTo>
                    <a:pt x="2329" y="952"/>
                    <a:pt x="2319" y="897"/>
                    <a:pt x="2309" y="841"/>
                  </a:cubicBezTo>
                  <a:cubicBezTo>
                    <a:pt x="2267" y="605"/>
                    <a:pt x="2080" y="387"/>
                    <a:pt x="1900" y="247"/>
                  </a:cubicBezTo>
                  <a:cubicBezTo>
                    <a:pt x="1716" y="105"/>
                    <a:pt x="1480" y="0"/>
                    <a:pt x="1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36"/>
          <p:cNvSpPr/>
          <p:nvPr/>
        </p:nvSpPr>
        <p:spPr>
          <a:xfrm>
            <a:off x="3501200" y="1934825"/>
            <a:ext cx="401886" cy="314348"/>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6"/>
          <p:cNvSpPr txBox="1">
            <a:spLocks noGrp="1"/>
          </p:cNvSpPr>
          <p:nvPr>
            <p:ph type="title"/>
          </p:nvPr>
        </p:nvSpPr>
        <p:spPr>
          <a:xfrm>
            <a:off x="797992" y="1880945"/>
            <a:ext cx="2459400" cy="488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vi-VN" dirty="0" smtClean="0"/>
              <a:t>Sprint</a:t>
            </a:r>
            <a:endParaRPr dirty="0"/>
          </a:p>
        </p:txBody>
      </p:sp>
      <p:sp>
        <p:nvSpPr>
          <p:cNvPr id="274" name="Google Shape;274;p36"/>
          <p:cNvSpPr txBox="1">
            <a:spLocks noGrp="1"/>
          </p:cNvSpPr>
          <p:nvPr>
            <p:ph type="subTitle" idx="1"/>
          </p:nvPr>
        </p:nvSpPr>
        <p:spPr>
          <a:xfrm>
            <a:off x="910905" y="2264027"/>
            <a:ext cx="2355176" cy="7167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vi-VN" dirty="0" smtClean="0"/>
              <a:t>1 vòng lặp ngắn thực hiện các công việc</a:t>
            </a:r>
            <a:endParaRPr dirty="0"/>
          </a:p>
        </p:txBody>
      </p:sp>
      <p:sp>
        <p:nvSpPr>
          <p:cNvPr id="275" name="Google Shape;275;p36"/>
          <p:cNvSpPr txBox="1">
            <a:spLocks noGrp="1"/>
          </p:cNvSpPr>
          <p:nvPr>
            <p:ph type="title" idx="2"/>
          </p:nvPr>
        </p:nvSpPr>
        <p:spPr>
          <a:xfrm>
            <a:off x="5727679" y="636657"/>
            <a:ext cx="24594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Scrum</a:t>
            </a:r>
            <a:endParaRPr dirty="0"/>
          </a:p>
        </p:txBody>
      </p:sp>
      <p:sp>
        <p:nvSpPr>
          <p:cNvPr id="276" name="Google Shape;276;p36"/>
          <p:cNvSpPr txBox="1">
            <a:spLocks noGrp="1"/>
          </p:cNvSpPr>
          <p:nvPr>
            <p:ph type="subTitle" idx="3"/>
          </p:nvPr>
        </p:nvSpPr>
        <p:spPr>
          <a:xfrm>
            <a:off x="5745720" y="1026309"/>
            <a:ext cx="2459400" cy="71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Tiến trình của sản phẩm lặp lại trong 1 sprint</a:t>
            </a:r>
            <a:endParaRPr dirty="0"/>
          </a:p>
        </p:txBody>
      </p:sp>
      <p:sp>
        <p:nvSpPr>
          <p:cNvPr id="277" name="Google Shape;277;p36"/>
          <p:cNvSpPr txBox="1">
            <a:spLocks noGrp="1"/>
          </p:cNvSpPr>
          <p:nvPr>
            <p:ph type="title" idx="4"/>
          </p:nvPr>
        </p:nvSpPr>
        <p:spPr>
          <a:xfrm>
            <a:off x="858793" y="3203535"/>
            <a:ext cx="2459400" cy="488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vi-VN" dirty="0"/>
              <a:t>Backlog</a:t>
            </a:r>
            <a:endParaRPr dirty="0"/>
          </a:p>
        </p:txBody>
      </p:sp>
      <p:sp>
        <p:nvSpPr>
          <p:cNvPr id="278" name="Google Shape;278;p36"/>
          <p:cNvSpPr txBox="1">
            <a:spLocks noGrp="1"/>
          </p:cNvSpPr>
          <p:nvPr>
            <p:ph type="subTitle" idx="5"/>
          </p:nvPr>
        </p:nvSpPr>
        <p:spPr>
          <a:xfrm>
            <a:off x="797992" y="3592109"/>
            <a:ext cx="2523310" cy="7167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vi-VN" dirty="0" smtClean="0"/>
              <a:t>Danh sách tập hợp user stories, bugs,… cho 1 sản phẩm hoặc 1 sprint</a:t>
            </a:r>
            <a:endParaRPr dirty="0"/>
          </a:p>
        </p:txBody>
      </p:sp>
      <p:sp>
        <p:nvSpPr>
          <p:cNvPr id="279" name="Google Shape;279;p36"/>
          <p:cNvSpPr txBox="1">
            <a:spLocks noGrp="1"/>
          </p:cNvSpPr>
          <p:nvPr>
            <p:ph type="title" idx="6"/>
          </p:nvPr>
        </p:nvSpPr>
        <p:spPr>
          <a:xfrm>
            <a:off x="5722999" y="1778488"/>
            <a:ext cx="24594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Board</a:t>
            </a:r>
            <a:endParaRPr dirty="0"/>
          </a:p>
        </p:txBody>
      </p:sp>
      <p:sp>
        <p:nvSpPr>
          <p:cNvPr id="280" name="Google Shape;280;p36"/>
          <p:cNvSpPr txBox="1">
            <a:spLocks noGrp="1"/>
          </p:cNvSpPr>
          <p:nvPr>
            <p:ph type="subTitle" idx="7"/>
          </p:nvPr>
        </p:nvSpPr>
        <p:spPr>
          <a:xfrm>
            <a:off x="5745720" y="2172714"/>
            <a:ext cx="2787616" cy="7167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vi-VN" dirty="0" smtClean="0"/>
              <a:t>Hiển thị hoạt động trong 1 công việc cụ thể</a:t>
            </a:r>
            <a:endParaRPr dirty="0"/>
          </a:p>
        </p:txBody>
      </p:sp>
      <p:sp>
        <p:nvSpPr>
          <p:cNvPr id="282" name="Google Shape;282;p36"/>
          <p:cNvSpPr/>
          <p:nvPr/>
        </p:nvSpPr>
        <p:spPr>
          <a:xfrm>
            <a:off x="5168630" y="716874"/>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6"/>
          <p:cNvSpPr/>
          <p:nvPr/>
        </p:nvSpPr>
        <p:spPr>
          <a:xfrm>
            <a:off x="5186968" y="711180"/>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Oval 1"/>
          <p:cNvSpPr/>
          <p:nvPr/>
        </p:nvSpPr>
        <p:spPr>
          <a:xfrm>
            <a:off x="737191" y="609600"/>
            <a:ext cx="3082134" cy="1006549"/>
          </a:xfrm>
          <a:prstGeom prst="ellipse">
            <a:avLst/>
          </a:prstGeom>
          <a:noFill/>
          <a:ln w="44450">
            <a:solidFill>
              <a:schemeClr val="accent1">
                <a:shade val="50000"/>
                <a:alpha val="73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rot="417551">
            <a:off x="650421" y="616337"/>
            <a:ext cx="3333905" cy="928119"/>
          </a:xfrm>
          <a:prstGeom prst="ellipse">
            <a:avLst/>
          </a:prstGeom>
          <a:noFill/>
          <a:ln w="57150">
            <a:solidFill>
              <a:schemeClr val="bg1">
                <a:lumMod val="60000"/>
                <a:lumOff val="40000"/>
                <a:alpha val="7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rot="21104659">
            <a:off x="688067" y="558027"/>
            <a:ext cx="3333905" cy="928119"/>
          </a:xfrm>
          <a:prstGeom prst="ellipse">
            <a:avLst/>
          </a:prstGeom>
          <a:noFill/>
          <a:ln w="57150">
            <a:solidFill>
              <a:schemeClr val="bg1">
                <a:lumMod val="60000"/>
                <a:lumOff val="40000"/>
                <a:alpha val="71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Google Shape;263;p36"/>
          <p:cNvSpPr/>
          <p:nvPr/>
        </p:nvSpPr>
        <p:spPr>
          <a:xfrm>
            <a:off x="3488944" y="3277528"/>
            <a:ext cx="298800" cy="314581"/>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72;p36"/>
          <p:cNvSpPr/>
          <p:nvPr/>
        </p:nvSpPr>
        <p:spPr>
          <a:xfrm>
            <a:off x="3501200" y="3263067"/>
            <a:ext cx="401886" cy="314348"/>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82;p36"/>
          <p:cNvSpPr/>
          <p:nvPr/>
        </p:nvSpPr>
        <p:spPr>
          <a:xfrm>
            <a:off x="5186968" y="2864671"/>
            <a:ext cx="302566" cy="29024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83;p36"/>
          <p:cNvSpPr/>
          <p:nvPr/>
        </p:nvSpPr>
        <p:spPr>
          <a:xfrm>
            <a:off x="5190545" y="1880437"/>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83;p36"/>
          <p:cNvSpPr/>
          <p:nvPr/>
        </p:nvSpPr>
        <p:spPr>
          <a:xfrm>
            <a:off x="5197683" y="2864671"/>
            <a:ext cx="401886" cy="27676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79;p36"/>
          <p:cNvSpPr txBox="1">
            <a:spLocks/>
          </p:cNvSpPr>
          <p:nvPr/>
        </p:nvSpPr>
        <p:spPr>
          <a:xfrm>
            <a:off x="5763760" y="2769427"/>
            <a:ext cx="24594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vi-VN" dirty="0"/>
              <a:t>Epic</a:t>
            </a:r>
          </a:p>
        </p:txBody>
      </p:sp>
      <p:sp>
        <p:nvSpPr>
          <p:cNvPr id="33" name="Google Shape;280;p36"/>
          <p:cNvSpPr txBox="1">
            <a:spLocks/>
          </p:cNvSpPr>
          <p:nvPr/>
        </p:nvSpPr>
        <p:spPr>
          <a:xfrm>
            <a:off x="5745720" y="3170581"/>
            <a:ext cx="2787616" cy="4215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1pPr>
            <a:lvl2pPr marL="914400" marR="0" lvl="1"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2pPr>
            <a:lvl3pPr marL="1371600" marR="0" lvl="2"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3pPr>
            <a:lvl4pPr marL="1828800" marR="0" lvl="3"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4pPr>
            <a:lvl5pPr marL="2286000" marR="0" lvl="4"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5pPr>
            <a:lvl6pPr marL="2743200" marR="0" lvl="5"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6pPr>
            <a:lvl7pPr marL="3200400" marR="0" lvl="6"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7pPr>
            <a:lvl8pPr marL="3657600" marR="0" lvl="7"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8pPr>
            <a:lvl9pPr marL="4114800" marR="0" lvl="8"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9pPr>
          </a:lstStyle>
          <a:p>
            <a:pPr marL="0" indent="0" algn="just"/>
            <a:r>
              <a:rPr lang="vi-VN" dirty="0" smtClean="0"/>
              <a:t>1 user story lớn</a:t>
            </a:r>
            <a:endParaRPr lang="vi-VN" dirty="0"/>
          </a:p>
        </p:txBody>
      </p:sp>
      <p:sp>
        <p:nvSpPr>
          <p:cNvPr id="34" name="Google Shape;282;p36"/>
          <p:cNvSpPr/>
          <p:nvPr/>
        </p:nvSpPr>
        <p:spPr>
          <a:xfrm>
            <a:off x="5189641" y="3736294"/>
            <a:ext cx="302566" cy="29024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83;p36"/>
          <p:cNvSpPr/>
          <p:nvPr/>
        </p:nvSpPr>
        <p:spPr>
          <a:xfrm>
            <a:off x="5222820" y="3729317"/>
            <a:ext cx="401886" cy="27676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79;p36"/>
          <p:cNvSpPr txBox="1">
            <a:spLocks/>
          </p:cNvSpPr>
          <p:nvPr/>
        </p:nvSpPr>
        <p:spPr>
          <a:xfrm>
            <a:off x="5763760" y="3684935"/>
            <a:ext cx="24594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vi-VN" dirty="0"/>
              <a:t>Issue</a:t>
            </a:r>
          </a:p>
        </p:txBody>
      </p:sp>
      <p:sp>
        <p:nvSpPr>
          <p:cNvPr id="37" name="Google Shape;280;p36"/>
          <p:cNvSpPr txBox="1">
            <a:spLocks/>
          </p:cNvSpPr>
          <p:nvPr/>
        </p:nvSpPr>
        <p:spPr>
          <a:xfrm>
            <a:off x="5763760" y="4114640"/>
            <a:ext cx="2787616" cy="4215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1pPr>
            <a:lvl2pPr marL="914400" marR="0" lvl="1"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2pPr>
            <a:lvl3pPr marL="1371600" marR="0" lvl="2"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3pPr>
            <a:lvl4pPr marL="1828800" marR="0" lvl="3"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4pPr>
            <a:lvl5pPr marL="2286000" marR="0" lvl="4"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5pPr>
            <a:lvl6pPr marL="2743200" marR="0" lvl="5"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6pPr>
            <a:lvl7pPr marL="3200400" marR="0" lvl="6"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7pPr>
            <a:lvl8pPr marL="3657600" marR="0" lvl="7"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8pPr>
            <a:lvl9pPr marL="4114800" marR="0" lvl="8" indent="-317500" algn="l" rtl="0">
              <a:lnSpc>
                <a:spcPct val="100000"/>
              </a:lnSpc>
              <a:spcBef>
                <a:spcPts val="0"/>
              </a:spcBef>
              <a:spcAft>
                <a:spcPts val="0"/>
              </a:spcAft>
              <a:buClr>
                <a:schemeClr val="dk2"/>
              </a:buClr>
              <a:buSzPts val="1400"/>
              <a:buFont typeface="Roboto Mono Medium"/>
              <a:buNone/>
              <a:defRPr sz="1400" b="0" i="0" u="none" strike="noStrike" cap="none">
                <a:solidFill>
                  <a:schemeClr val="dk2"/>
                </a:solidFill>
                <a:latin typeface="Roboto Mono Medium"/>
                <a:ea typeface="Roboto Mono Medium"/>
                <a:cs typeface="Roboto Mono Medium"/>
                <a:sym typeface="Roboto Mono Medium"/>
              </a:defRPr>
            </a:lvl9pPr>
          </a:lstStyle>
          <a:p>
            <a:pPr marL="0" indent="0" algn="just"/>
            <a:r>
              <a:rPr lang="vi-VN" dirty="0" smtClean="0"/>
              <a:t>1 đơn vị công việc (task, story, bug,…)</a:t>
            </a:r>
            <a:endParaRPr lang="vi-VN" dirty="0"/>
          </a:p>
        </p:txBody>
      </p:sp>
    </p:spTree>
    <p:extLst>
      <p:ext uri="{BB962C8B-B14F-4D97-AF65-F5344CB8AC3E}">
        <p14:creationId xmlns:p14="http://schemas.microsoft.com/office/powerpoint/2010/main" val="94862589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62"/>
                                        </p:tgtEl>
                                        <p:attrNameLst>
                                          <p:attrName>style.visibility</p:attrName>
                                        </p:attrNameLst>
                                      </p:cBhvr>
                                      <p:to>
                                        <p:strVal val="visible"/>
                                      </p:to>
                                    </p:set>
                                    <p:animEffect transition="in" filter="wipe(down)">
                                      <p:cBhvr>
                                        <p:cTn id="7" dur="217">
                                          <p:stCondLst>
                                            <p:cond delay="0"/>
                                          </p:stCondLst>
                                        </p:cTn>
                                        <p:tgtEl>
                                          <p:spTgt spid="262"/>
                                        </p:tgtEl>
                                      </p:cBhvr>
                                    </p:animEffect>
                                    <p:anim calcmode="lin" valueType="num">
                                      <p:cBhvr>
                                        <p:cTn id="8" dur="683" tmFilter="0,0; 0.14,0.36; 0.43,0.73; 0.71,0.91; 1.0,1.0">
                                          <p:stCondLst>
                                            <p:cond delay="0"/>
                                          </p:stCondLst>
                                        </p:cTn>
                                        <p:tgtEl>
                                          <p:spTgt spid="262"/>
                                        </p:tgtEl>
                                        <p:attrNameLst>
                                          <p:attrName>ppt_x</p:attrName>
                                        </p:attrNameLst>
                                      </p:cBhvr>
                                      <p:tavLst>
                                        <p:tav tm="0">
                                          <p:val>
                                            <p:strVal val="#ppt_x-0.25"/>
                                          </p:val>
                                        </p:tav>
                                        <p:tav tm="100000">
                                          <p:val>
                                            <p:strVal val="#ppt_x"/>
                                          </p:val>
                                        </p:tav>
                                      </p:tavLst>
                                    </p:anim>
                                    <p:anim calcmode="lin" valueType="num">
                                      <p:cBhvr>
                                        <p:cTn id="9" dur="249" tmFilter="0.0,0.0; 0.25,0.07; 0.50,0.2; 0.75,0.467; 1.0,1.0">
                                          <p:stCondLst>
                                            <p:cond delay="0"/>
                                          </p:stCondLst>
                                        </p:cTn>
                                        <p:tgtEl>
                                          <p:spTgt spid="262"/>
                                        </p:tgtEl>
                                        <p:attrNameLst>
                                          <p:attrName>ppt_y</p:attrName>
                                        </p:attrNameLst>
                                      </p:cBhvr>
                                      <p:tavLst>
                                        <p:tav tm="0" fmla="#ppt_y-sin(pi*$)/3">
                                          <p:val>
                                            <p:fltVal val="0.5"/>
                                          </p:val>
                                        </p:tav>
                                        <p:tav tm="100000">
                                          <p:val>
                                            <p:fltVal val="1"/>
                                          </p:val>
                                        </p:tav>
                                      </p:tavLst>
                                    </p:anim>
                                    <p:anim calcmode="lin" valueType="num">
                                      <p:cBhvr>
                                        <p:cTn id="10" dur="249" tmFilter="0, 0; 0.125,0.2665; 0.25,0.4; 0.375,0.465; 0.5,0.5;  0.625,0.535; 0.75,0.6; 0.875,0.7335; 1,1">
                                          <p:stCondLst>
                                            <p:cond delay="249"/>
                                          </p:stCondLst>
                                        </p:cTn>
                                        <p:tgtEl>
                                          <p:spTgt spid="262"/>
                                        </p:tgtEl>
                                        <p:attrNameLst>
                                          <p:attrName>ppt_y</p:attrName>
                                        </p:attrNameLst>
                                      </p:cBhvr>
                                      <p:tavLst>
                                        <p:tav tm="0" fmla="#ppt_y-sin(pi*$)/9">
                                          <p:val>
                                            <p:fltVal val="0"/>
                                          </p:val>
                                        </p:tav>
                                        <p:tav tm="100000">
                                          <p:val>
                                            <p:fltVal val="1"/>
                                          </p:val>
                                        </p:tav>
                                      </p:tavLst>
                                    </p:anim>
                                    <p:anim calcmode="lin" valueType="num">
                                      <p:cBhvr>
                                        <p:cTn id="11" dur="124" tmFilter="0, 0; 0.125,0.2665; 0.25,0.4; 0.375,0.465; 0.5,0.5;  0.625,0.535; 0.75,0.6; 0.875,0.7335; 1,1">
                                          <p:stCondLst>
                                            <p:cond delay="497"/>
                                          </p:stCondLst>
                                        </p:cTn>
                                        <p:tgtEl>
                                          <p:spTgt spid="262"/>
                                        </p:tgtEl>
                                        <p:attrNameLst>
                                          <p:attrName>ppt_y</p:attrName>
                                        </p:attrNameLst>
                                      </p:cBhvr>
                                      <p:tavLst>
                                        <p:tav tm="0" fmla="#ppt_y-sin(pi*$)/27">
                                          <p:val>
                                            <p:fltVal val="0"/>
                                          </p:val>
                                        </p:tav>
                                        <p:tav tm="100000">
                                          <p:val>
                                            <p:fltVal val="1"/>
                                          </p:val>
                                        </p:tav>
                                      </p:tavLst>
                                    </p:anim>
                                    <p:anim calcmode="lin" valueType="num">
                                      <p:cBhvr>
                                        <p:cTn id="12" dur="62" tmFilter="0, 0; 0.125,0.2665; 0.25,0.4; 0.375,0.465; 0.5,0.5;  0.625,0.535; 0.75,0.6; 0.875,0.7335; 1,1">
                                          <p:stCondLst>
                                            <p:cond delay="621"/>
                                          </p:stCondLst>
                                        </p:cTn>
                                        <p:tgtEl>
                                          <p:spTgt spid="262"/>
                                        </p:tgtEl>
                                        <p:attrNameLst>
                                          <p:attrName>ppt_y</p:attrName>
                                        </p:attrNameLst>
                                      </p:cBhvr>
                                      <p:tavLst>
                                        <p:tav tm="0" fmla="#ppt_y-sin(pi*$)/81">
                                          <p:val>
                                            <p:fltVal val="0"/>
                                          </p:val>
                                        </p:tav>
                                        <p:tav tm="100000">
                                          <p:val>
                                            <p:fltVal val="1"/>
                                          </p:val>
                                        </p:tav>
                                      </p:tavLst>
                                    </p:anim>
                                    <p:animScale>
                                      <p:cBhvr>
                                        <p:cTn id="13" dur="10">
                                          <p:stCondLst>
                                            <p:cond delay="244"/>
                                          </p:stCondLst>
                                        </p:cTn>
                                        <p:tgtEl>
                                          <p:spTgt spid="262"/>
                                        </p:tgtEl>
                                      </p:cBhvr>
                                      <p:to x="100000" y="60000"/>
                                    </p:animScale>
                                    <p:animScale>
                                      <p:cBhvr>
                                        <p:cTn id="14" dur="62" decel="50000">
                                          <p:stCondLst>
                                            <p:cond delay="254"/>
                                          </p:stCondLst>
                                        </p:cTn>
                                        <p:tgtEl>
                                          <p:spTgt spid="262"/>
                                        </p:tgtEl>
                                      </p:cBhvr>
                                      <p:to x="100000" y="100000"/>
                                    </p:animScale>
                                    <p:animScale>
                                      <p:cBhvr>
                                        <p:cTn id="15" dur="10">
                                          <p:stCondLst>
                                            <p:cond delay="492"/>
                                          </p:stCondLst>
                                        </p:cTn>
                                        <p:tgtEl>
                                          <p:spTgt spid="262"/>
                                        </p:tgtEl>
                                      </p:cBhvr>
                                      <p:to x="100000" y="80000"/>
                                    </p:animScale>
                                    <p:animScale>
                                      <p:cBhvr>
                                        <p:cTn id="16" dur="62" decel="50000">
                                          <p:stCondLst>
                                            <p:cond delay="502"/>
                                          </p:stCondLst>
                                        </p:cTn>
                                        <p:tgtEl>
                                          <p:spTgt spid="262"/>
                                        </p:tgtEl>
                                      </p:cBhvr>
                                      <p:to x="100000" y="100000"/>
                                    </p:animScale>
                                    <p:animScale>
                                      <p:cBhvr>
                                        <p:cTn id="17" dur="10">
                                          <p:stCondLst>
                                            <p:cond delay="616"/>
                                          </p:stCondLst>
                                        </p:cTn>
                                        <p:tgtEl>
                                          <p:spTgt spid="262"/>
                                        </p:tgtEl>
                                      </p:cBhvr>
                                      <p:to x="100000" y="90000"/>
                                    </p:animScale>
                                    <p:animScale>
                                      <p:cBhvr>
                                        <p:cTn id="18" dur="62" decel="50000">
                                          <p:stCondLst>
                                            <p:cond delay="625"/>
                                          </p:stCondLst>
                                        </p:cTn>
                                        <p:tgtEl>
                                          <p:spTgt spid="262"/>
                                        </p:tgtEl>
                                      </p:cBhvr>
                                      <p:to x="100000" y="100000"/>
                                    </p:animScale>
                                    <p:animScale>
                                      <p:cBhvr>
                                        <p:cTn id="19" dur="10">
                                          <p:stCondLst>
                                            <p:cond delay="678"/>
                                          </p:stCondLst>
                                        </p:cTn>
                                        <p:tgtEl>
                                          <p:spTgt spid="262"/>
                                        </p:tgtEl>
                                      </p:cBhvr>
                                      <p:to x="100000" y="95000"/>
                                    </p:animScale>
                                    <p:animScale>
                                      <p:cBhvr>
                                        <p:cTn id="20" dur="62" decel="50000">
                                          <p:stCondLst>
                                            <p:cond delay="688"/>
                                          </p:stCondLst>
                                        </p:cTn>
                                        <p:tgtEl>
                                          <p:spTgt spid="262"/>
                                        </p:tgtEl>
                                      </p:cBhvr>
                                      <p:to x="100000" y="100000"/>
                                    </p:animScale>
                                  </p:childTnLst>
                                </p:cTn>
                              </p:par>
                              <p:par>
                                <p:cTn id="21" presetID="53" presetClass="entr" presetSubtype="16" fill="hold" nodeType="withEffect">
                                  <p:stCondLst>
                                    <p:cond delay="0"/>
                                  </p:stCondLst>
                                  <p:childTnLst>
                                    <p:set>
                                      <p:cBhvr>
                                        <p:cTn id="22" dur="1" fill="hold">
                                          <p:stCondLst>
                                            <p:cond delay="0"/>
                                          </p:stCondLst>
                                        </p:cTn>
                                        <p:tgtEl>
                                          <p:spTgt spid="265"/>
                                        </p:tgtEl>
                                        <p:attrNameLst>
                                          <p:attrName>style.visibility</p:attrName>
                                        </p:attrNameLst>
                                      </p:cBhvr>
                                      <p:to>
                                        <p:strVal val="visible"/>
                                      </p:to>
                                    </p:set>
                                    <p:anim calcmode="lin" valueType="num">
                                      <p:cBhvr>
                                        <p:cTn id="23" dur="500" fill="hold"/>
                                        <p:tgtEl>
                                          <p:spTgt spid="265"/>
                                        </p:tgtEl>
                                        <p:attrNameLst>
                                          <p:attrName>ppt_w</p:attrName>
                                        </p:attrNameLst>
                                      </p:cBhvr>
                                      <p:tavLst>
                                        <p:tav tm="0">
                                          <p:val>
                                            <p:fltVal val="0"/>
                                          </p:val>
                                        </p:tav>
                                        <p:tav tm="100000">
                                          <p:val>
                                            <p:strVal val="#ppt_w"/>
                                          </p:val>
                                        </p:tav>
                                      </p:tavLst>
                                    </p:anim>
                                    <p:anim calcmode="lin" valueType="num">
                                      <p:cBhvr>
                                        <p:cTn id="24" dur="500" fill="hold"/>
                                        <p:tgtEl>
                                          <p:spTgt spid="265"/>
                                        </p:tgtEl>
                                        <p:attrNameLst>
                                          <p:attrName>ppt_h</p:attrName>
                                        </p:attrNameLst>
                                      </p:cBhvr>
                                      <p:tavLst>
                                        <p:tav tm="0">
                                          <p:val>
                                            <p:fltVal val="0"/>
                                          </p:val>
                                        </p:tav>
                                        <p:tav tm="100000">
                                          <p:val>
                                            <p:strVal val="#ppt_h"/>
                                          </p:val>
                                        </p:tav>
                                      </p:tavLst>
                                    </p:anim>
                                    <p:animEffect transition="in" filter="fade">
                                      <p:cBhvr>
                                        <p:cTn id="25" dur="500"/>
                                        <p:tgtEl>
                                          <p:spTgt spid="265"/>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266"/>
                                        </p:tgtEl>
                                        <p:attrNameLst>
                                          <p:attrName>style.visibility</p:attrName>
                                        </p:attrNameLst>
                                      </p:cBhvr>
                                      <p:to>
                                        <p:strVal val="visible"/>
                                      </p:to>
                                    </p:set>
                                    <p:animEffect transition="in" filter="wheel(1)">
                                      <p:cBhvr>
                                        <p:cTn id="28" dur="500"/>
                                        <p:tgtEl>
                                          <p:spTgt spid="266"/>
                                        </p:tgtEl>
                                      </p:cBhvr>
                                    </p:animEffect>
                                  </p:childTnLst>
                                </p:cTn>
                              </p:par>
                              <p:par>
                                <p:cTn id="29" presetID="16" presetClass="entr" presetSubtype="21" fill="hold" grpId="0" nodeType="withEffect">
                                  <p:stCondLst>
                                    <p:cond delay="750"/>
                                  </p:stCondLst>
                                  <p:childTnLst>
                                    <p:set>
                                      <p:cBhvr>
                                        <p:cTn id="30" dur="1" fill="hold">
                                          <p:stCondLst>
                                            <p:cond delay="0"/>
                                          </p:stCondLst>
                                        </p:cTn>
                                        <p:tgtEl>
                                          <p:spTgt spid="275"/>
                                        </p:tgtEl>
                                        <p:attrNameLst>
                                          <p:attrName>style.visibility</p:attrName>
                                        </p:attrNameLst>
                                      </p:cBhvr>
                                      <p:to>
                                        <p:strVal val="visible"/>
                                      </p:to>
                                    </p:set>
                                    <p:animEffect transition="in" filter="barn(inVertical)">
                                      <p:cBhvr>
                                        <p:cTn id="31" dur="1000"/>
                                        <p:tgtEl>
                                          <p:spTgt spid="275"/>
                                        </p:tgtEl>
                                      </p:cBhvr>
                                    </p:animEffect>
                                  </p:childTnLst>
                                </p:cTn>
                              </p:par>
                              <p:par>
                                <p:cTn id="32" presetID="45" presetClass="entr" presetSubtype="0" fill="hold" grpId="0" nodeType="withEffect">
                                  <p:stCondLst>
                                    <p:cond delay="750"/>
                                  </p:stCondLst>
                                  <p:childTnLst>
                                    <p:set>
                                      <p:cBhvr>
                                        <p:cTn id="33" dur="1" fill="hold">
                                          <p:stCondLst>
                                            <p:cond delay="0"/>
                                          </p:stCondLst>
                                        </p:cTn>
                                        <p:tgtEl>
                                          <p:spTgt spid="273"/>
                                        </p:tgtEl>
                                        <p:attrNameLst>
                                          <p:attrName>style.visibility</p:attrName>
                                        </p:attrNameLst>
                                      </p:cBhvr>
                                      <p:to>
                                        <p:strVal val="visible"/>
                                      </p:to>
                                    </p:set>
                                    <p:animEffect transition="in" filter="fade">
                                      <p:cBhvr>
                                        <p:cTn id="34" dur="1000"/>
                                        <p:tgtEl>
                                          <p:spTgt spid="273"/>
                                        </p:tgtEl>
                                      </p:cBhvr>
                                    </p:animEffect>
                                    <p:anim calcmode="lin" valueType="num">
                                      <p:cBhvr>
                                        <p:cTn id="35" dur="1000" fill="hold"/>
                                        <p:tgtEl>
                                          <p:spTgt spid="273"/>
                                        </p:tgtEl>
                                        <p:attrNameLst>
                                          <p:attrName>ppt_w</p:attrName>
                                        </p:attrNameLst>
                                      </p:cBhvr>
                                      <p:tavLst>
                                        <p:tav tm="0" fmla="#ppt_w*sin(2.5*pi*$)">
                                          <p:val>
                                            <p:fltVal val="0"/>
                                          </p:val>
                                        </p:tav>
                                        <p:tav tm="100000">
                                          <p:val>
                                            <p:fltVal val="1"/>
                                          </p:val>
                                        </p:tav>
                                      </p:tavLst>
                                    </p:anim>
                                    <p:anim calcmode="lin" valueType="num">
                                      <p:cBhvr>
                                        <p:cTn id="36" dur="1000" fill="hold"/>
                                        <p:tgtEl>
                                          <p:spTgt spid="273"/>
                                        </p:tgtEl>
                                        <p:attrNameLst>
                                          <p:attrName>ppt_h</p:attrName>
                                        </p:attrNameLst>
                                      </p:cBhvr>
                                      <p:tavLst>
                                        <p:tav tm="0">
                                          <p:val>
                                            <p:strVal val="#ppt_h"/>
                                          </p:val>
                                        </p:tav>
                                        <p:tav tm="100000">
                                          <p:val>
                                            <p:strVal val="#ppt_h"/>
                                          </p:val>
                                        </p:tav>
                                      </p:tavLst>
                                    </p:anim>
                                  </p:childTnLst>
                                </p:cTn>
                              </p:par>
                              <p:par>
                                <p:cTn id="37" presetID="45" presetClass="entr" presetSubtype="0" fill="hold" grpId="0" nodeType="withEffect">
                                  <p:stCondLst>
                                    <p:cond delay="750"/>
                                  </p:stCondLst>
                                  <p:childTnLst>
                                    <p:set>
                                      <p:cBhvr>
                                        <p:cTn id="38" dur="1" fill="hold">
                                          <p:stCondLst>
                                            <p:cond delay="0"/>
                                          </p:stCondLst>
                                        </p:cTn>
                                        <p:tgtEl>
                                          <p:spTgt spid="274">
                                            <p:txEl>
                                              <p:pRg st="0" end="0"/>
                                            </p:txEl>
                                          </p:spTgt>
                                        </p:tgtEl>
                                        <p:attrNameLst>
                                          <p:attrName>style.visibility</p:attrName>
                                        </p:attrNameLst>
                                      </p:cBhvr>
                                      <p:to>
                                        <p:strVal val="visible"/>
                                      </p:to>
                                    </p:set>
                                    <p:animEffect transition="in" filter="fade">
                                      <p:cBhvr>
                                        <p:cTn id="39" dur="1000"/>
                                        <p:tgtEl>
                                          <p:spTgt spid="274">
                                            <p:txEl>
                                              <p:pRg st="0" end="0"/>
                                            </p:txEl>
                                          </p:spTgt>
                                        </p:tgtEl>
                                      </p:cBhvr>
                                    </p:animEffect>
                                    <p:anim calcmode="lin" valueType="num">
                                      <p:cBhvr>
                                        <p:cTn id="40" dur="1000" fill="hold"/>
                                        <p:tgtEl>
                                          <p:spTgt spid="274">
                                            <p:txEl>
                                              <p:pRg st="0" end="0"/>
                                            </p:txEl>
                                          </p:spTgt>
                                        </p:tgtEl>
                                        <p:attrNameLst>
                                          <p:attrName>ppt_w</p:attrName>
                                        </p:attrNameLst>
                                      </p:cBhvr>
                                      <p:tavLst>
                                        <p:tav tm="0" fmla="#ppt_w*sin(2.5*pi*$)">
                                          <p:val>
                                            <p:fltVal val="0"/>
                                          </p:val>
                                        </p:tav>
                                        <p:tav tm="100000">
                                          <p:val>
                                            <p:fltVal val="1"/>
                                          </p:val>
                                        </p:tav>
                                      </p:tavLst>
                                    </p:anim>
                                    <p:anim calcmode="lin" valueType="num">
                                      <p:cBhvr>
                                        <p:cTn id="41" dur="1000" fill="hold"/>
                                        <p:tgtEl>
                                          <p:spTgt spid="274">
                                            <p:txEl>
                                              <p:pRg st="0" end="0"/>
                                            </p:txEl>
                                          </p:spTgt>
                                        </p:tgtEl>
                                        <p:attrNameLst>
                                          <p:attrName>ppt_h</p:attrName>
                                        </p:attrNameLst>
                                      </p:cBhvr>
                                      <p:tavLst>
                                        <p:tav tm="0">
                                          <p:val>
                                            <p:strVal val="#ppt_h"/>
                                          </p:val>
                                        </p:tav>
                                        <p:tav tm="100000">
                                          <p:val>
                                            <p:strVal val="#ppt_h"/>
                                          </p:val>
                                        </p:tav>
                                      </p:tavLst>
                                    </p:anim>
                                  </p:childTnLst>
                                </p:cTn>
                              </p:par>
                              <p:par>
                                <p:cTn id="42" presetID="31" presetClass="entr" presetSubtype="0" fill="hold" grpId="0" nodeType="withEffect">
                                  <p:stCondLst>
                                    <p:cond delay="750"/>
                                  </p:stCondLst>
                                  <p:childTnLst>
                                    <p:set>
                                      <p:cBhvr>
                                        <p:cTn id="43" dur="1" fill="hold">
                                          <p:stCondLst>
                                            <p:cond delay="0"/>
                                          </p:stCondLst>
                                        </p:cTn>
                                        <p:tgtEl>
                                          <p:spTgt spid="277"/>
                                        </p:tgtEl>
                                        <p:attrNameLst>
                                          <p:attrName>style.visibility</p:attrName>
                                        </p:attrNameLst>
                                      </p:cBhvr>
                                      <p:to>
                                        <p:strVal val="visible"/>
                                      </p:to>
                                    </p:set>
                                    <p:anim calcmode="lin" valueType="num">
                                      <p:cBhvr>
                                        <p:cTn id="44" dur="1000" fill="hold"/>
                                        <p:tgtEl>
                                          <p:spTgt spid="277"/>
                                        </p:tgtEl>
                                        <p:attrNameLst>
                                          <p:attrName>ppt_w</p:attrName>
                                        </p:attrNameLst>
                                      </p:cBhvr>
                                      <p:tavLst>
                                        <p:tav tm="0">
                                          <p:val>
                                            <p:fltVal val="0"/>
                                          </p:val>
                                        </p:tav>
                                        <p:tav tm="100000">
                                          <p:val>
                                            <p:strVal val="#ppt_w"/>
                                          </p:val>
                                        </p:tav>
                                      </p:tavLst>
                                    </p:anim>
                                    <p:anim calcmode="lin" valueType="num">
                                      <p:cBhvr>
                                        <p:cTn id="45" dur="1000" fill="hold"/>
                                        <p:tgtEl>
                                          <p:spTgt spid="277"/>
                                        </p:tgtEl>
                                        <p:attrNameLst>
                                          <p:attrName>ppt_h</p:attrName>
                                        </p:attrNameLst>
                                      </p:cBhvr>
                                      <p:tavLst>
                                        <p:tav tm="0">
                                          <p:val>
                                            <p:fltVal val="0"/>
                                          </p:val>
                                        </p:tav>
                                        <p:tav tm="100000">
                                          <p:val>
                                            <p:strVal val="#ppt_h"/>
                                          </p:val>
                                        </p:tav>
                                      </p:tavLst>
                                    </p:anim>
                                    <p:anim calcmode="lin" valueType="num">
                                      <p:cBhvr>
                                        <p:cTn id="46" dur="1000" fill="hold"/>
                                        <p:tgtEl>
                                          <p:spTgt spid="277"/>
                                        </p:tgtEl>
                                        <p:attrNameLst>
                                          <p:attrName>style.rotation</p:attrName>
                                        </p:attrNameLst>
                                      </p:cBhvr>
                                      <p:tavLst>
                                        <p:tav tm="0">
                                          <p:val>
                                            <p:fltVal val="90"/>
                                          </p:val>
                                        </p:tav>
                                        <p:tav tm="100000">
                                          <p:val>
                                            <p:fltVal val="0"/>
                                          </p:val>
                                        </p:tav>
                                      </p:tavLst>
                                    </p:anim>
                                    <p:animEffect transition="in" filter="fade">
                                      <p:cBhvr>
                                        <p:cTn id="47" dur="1000"/>
                                        <p:tgtEl>
                                          <p:spTgt spid="277"/>
                                        </p:tgtEl>
                                      </p:cBhvr>
                                    </p:animEffect>
                                  </p:childTnLst>
                                </p:cTn>
                              </p:par>
                              <p:par>
                                <p:cTn id="48" presetID="31" presetClass="entr" presetSubtype="0" fill="hold" grpId="0" nodeType="withEffect">
                                  <p:stCondLst>
                                    <p:cond delay="750"/>
                                  </p:stCondLst>
                                  <p:childTnLst>
                                    <p:set>
                                      <p:cBhvr>
                                        <p:cTn id="49" dur="1" fill="hold">
                                          <p:stCondLst>
                                            <p:cond delay="0"/>
                                          </p:stCondLst>
                                        </p:cTn>
                                        <p:tgtEl>
                                          <p:spTgt spid="278">
                                            <p:txEl>
                                              <p:pRg st="0" end="0"/>
                                            </p:txEl>
                                          </p:spTgt>
                                        </p:tgtEl>
                                        <p:attrNameLst>
                                          <p:attrName>style.visibility</p:attrName>
                                        </p:attrNameLst>
                                      </p:cBhvr>
                                      <p:to>
                                        <p:strVal val="visible"/>
                                      </p:to>
                                    </p:set>
                                    <p:anim calcmode="lin" valueType="num">
                                      <p:cBhvr>
                                        <p:cTn id="50" dur="1000" fill="hold"/>
                                        <p:tgtEl>
                                          <p:spTgt spid="278">
                                            <p:txEl>
                                              <p:pRg st="0" end="0"/>
                                            </p:txEl>
                                          </p:spTgt>
                                        </p:tgtEl>
                                        <p:attrNameLst>
                                          <p:attrName>ppt_w</p:attrName>
                                        </p:attrNameLst>
                                      </p:cBhvr>
                                      <p:tavLst>
                                        <p:tav tm="0">
                                          <p:val>
                                            <p:fltVal val="0"/>
                                          </p:val>
                                        </p:tav>
                                        <p:tav tm="100000">
                                          <p:val>
                                            <p:strVal val="#ppt_w"/>
                                          </p:val>
                                        </p:tav>
                                      </p:tavLst>
                                    </p:anim>
                                    <p:anim calcmode="lin" valueType="num">
                                      <p:cBhvr>
                                        <p:cTn id="51" dur="1000" fill="hold"/>
                                        <p:tgtEl>
                                          <p:spTgt spid="278">
                                            <p:txEl>
                                              <p:pRg st="0" end="0"/>
                                            </p:txEl>
                                          </p:spTgt>
                                        </p:tgtEl>
                                        <p:attrNameLst>
                                          <p:attrName>ppt_h</p:attrName>
                                        </p:attrNameLst>
                                      </p:cBhvr>
                                      <p:tavLst>
                                        <p:tav tm="0">
                                          <p:val>
                                            <p:fltVal val="0"/>
                                          </p:val>
                                        </p:tav>
                                        <p:tav tm="100000">
                                          <p:val>
                                            <p:strVal val="#ppt_h"/>
                                          </p:val>
                                        </p:tav>
                                      </p:tavLst>
                                    </p:anim>
                                    <p:anim calcmode="lin" valueType="num">
                                      <p:cBhvr>
                                        <p:cTn id="52" dur="1000" fill="hold"/>
                                        <p:tgtEl>
                                          <p:spTgt spid="278">
                                            <p:txEl>
                                              <p:pRg st="0" end="0"/>
                                            </p:txEl>
                                          </p:spTgt>
                                        </p:tgtEl>
                                        <p:attrNameLst>
                                          <p:attrName>style.rotation</p:attrName>
                                        </p:attrNameLst>
                                      </p:cBhvr>
                                      <p:tavLst>
                                        <p:tav tm="0">
                                          <p:val>
                                            <p:fltVal val="90"/>
                                          </p:val>
                                        </p:tav>
                                        <p:tav tm="100000">
                                          <p:val>
                                            <p:fltVal val="0"/>
                                          </p:val>
                                        </p:tav>
                                      </p:tavLst>
                                    </p:anim>
                                    <p:animEffect transition="in" filter="fade">
                                      <p:cBhvr>
                                        <p:cTn id="53" dur="1000"/>
                                        <p:tgtEl>
                                          <p:spTgt spid="278">
                                            <p:txEl>
                                              <p:pRg st="0" end="0"/>
                                            </p:txEl>
                                          </p:spTgt>
                                        </p:tgtEl>
                                      </p:cBhvr>
                                    </p:animEffect>
                                  </p:childTnLst>
                                </p:cTn>
                              </p:par>
                              <p:par>
                                <p:cTn id="54" presetID="42" presetClass="entr" presetSubtype="0" fill="hold" grpId="0" nodeType="withEffect">
                                  <p:stCondLst>
                                    <p:cond delay="750"/>
                                  </p:stCondLst>
                                  <p:childTnLst>
                                    <p:set>
                                      <p:cBhvr>
                                        <p:cTn id="55" dur="1" fill="hold">
                                          <p:stCondLst>
                                            <p:cond delay="0"/>
                                          </p:stCondLst>
                                        </p:cTn>
                                        <p:tgtEl>
                                          <p:spTgt spid="263"/>
                                        </p:tgtEl>
                                        <p:attrNameLst>
                                          <p:attrName>style.visibility</p:attrName>
                                        </p:attrNameLst>
                                      </p:cBhvr>
                                      <p:to>
                                        <p:strVal val="visible"/>
                                      </p:to>
                                    </p:set>
                                    <p:animEffect transition="in" filter="fade">
                                      <p:cBhvr>
                                        <p:cTn id="56" dur="1000"/>
                                        <p:tgtEl>
                                          <p:spTgt spid="263"/>
                                        </p:tgtEl>
                                      </p:cBhvr>
                                    </p:animEffect>
                                    <p:anim calcmode="lin" valueType="num">
                                      <p:cBhvr>
                                        <p:cTn id="57" dur="1000" fill="hold"/>
                                        <p:tgtEl>
                                          <p:spTgt spid="263"/>
                                        </p:tgtEl>
                                        <p:attrNameLst>
                                          <p:attrName>ppt_x</p:attrName>
                                        </p:attrNameLst>
                                      </p:cBhvr>
                                      <p:tavLst>
                                        <p:tav tm="0">
                                          <p:val>
                                            <p:strVal val="#ppt_x"/>
                                          </p:val>
                                        </p:tav>
                                        <p:tav tm="100000">
                                          <p:val>
                                            <p:strVal val="#ppt_x"/>
                                          </p:val>
                                        </p:tav>
                                      </p:tavLst>
                                    </p:anim>
                                    <p:anim calcmode="lin" valueType="num">
                                      <p:cBhvr>
                                        <p:cTn id="58" dur="1000" fill="hold"/>
                                        <p:tgtEl>
                                          <p:spTgt spid="263"/>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750"/>
                                  </p:stCondLst>
                                  <p:childTnLst>
                                    <p:set>
                                      <p:cBhvr>
                                        <p:cTn id="60" dur="1" fill="hold">
                                          <p:stCondLst>
                                            <p:cond delay="0"/>
                                          </p:stCondLst>
                                        </p:cTn>
                                        <p:tgtEl>
                                          <p:spTgt spid="272"/>
                                        </p:tgtEl>
                                        <p:attrNameLst>
                                          <p:attrName>style.visibility</p:attrName>
                                        </p:attrNameLst>
                                      </p:cBhvr>
                                      <p:to>
                                        <p:strVal val="visible"/>
                                      </p:to>
                                    </p:set>
                                    <p:animEffect transition="in" filter="fade">
                                      <p:cBhvr>
                                        <p:cTn id="61" dur="1000"/>
                                        <p:tgtEl>
                                          <p:spTgt spid="272"/>
                                        </p:tgtEl>
                                      </p:cBhvr>
                                    </p:animEffect>
                                    <p:anim calcmode="lin" valueType="num">
                                      <p:cBhvr>
                                        <p:cTn id="62" dur="1000" fill="hold"/>
                                        <p:tgtEl>
                                          <p:spTgt spid="272"/>
                                        </p:tgtEl>
                                        <p:attrNameLst>
                                          <p:attrName>ppt_x</p:attrName>
                                        </p:attrNameLst>
                                      </p:cBhvr>
                                      <p:tavLst>
                                        <p:tav tm="0">
                                          <p:val>
                                            <p:strVal val="#ppt_x"/>
                                          </p:val>
                                        </p:tav>
                                        <p:tav tm="100000">
                                          <p:val>
                                            <p:strVal val="#ppt_x"/>
                                          </p:val>
                                        </p:tav>
                                      </p:tavLst>
                                    </p:anim>
                                    <p:anim calcmode="lin" valueType="num">
                                      <p:cBhvr>
                                        <p:cTn id="63" dur="1000" fill="hold"/>
                                        <p:tgtEl>
                                          <p:spTgt spid="272"/>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75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1000"/>
                                        <p:tgtEl>
                                          <p:spTgt spid="27"/>
                                        </p:tgtEl>
                                      </p:cBhvr>
                                    </p:animEffect>
                                    <p:anim calcmode="lin" valueType="num">
                                      <p:cBhvr>
                                        <p:cTn id="67" dur="1000" fill="hold"/>
                                        <p:tgtEl>
                                          <p:spTgt spid="27"/>
                                        </p:tgtEl>
                                        <p:attrNameLst>
                                          <p:attrName>ppt_x</p:attrName>
                                        </p:attrNameLst>
                                      </p:cBhvr>
                                      <p:tavLst>
                                        <p:tav tm="0">
                                          <p:val>
                                            <p:strVal val="#ppt_x"/>
                                          </p:val>
                                        </p:tav>
                                        <p:tav tm="100000">
                                          <p:val>
                                            <p:strVal val="#ppt_x"/>
                                          </p:val>
                                        </p:tav>
                                      </p:tavLst>
                                    </p:anim>
                                    <p:anim calcmode="lin" valueType="num">
                                      <p:cBhvr>
                                        <p:cTn id="68" dur="1000" fill="hold"/>
                                        <p:tgtEl>
                                          <p:spTgt spid="2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75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1000"/>
                                        <p:tgtEl>
                                          <p:spTgt spid="28"/>
                                        </p:tgtEl>
                                      </p:cBhvr>
                                    </p:animEffect>
                                    <p:anim calcmode="lin" valueType="num">
                                      <p:cBhvr>
                                        <p:cTn id="72" dur="1000" fill="hold"/>
                                        <p:tgtEl>
                                          <p:spTgt spid="28"/>
                                        </p:tgtEl>
                                        <p:attrNameLst>
                                          <p:attrName>ppt_x</p:attrName>
                                        </p:attrNameLst>
                                      </p:cBhvr>
                                      <p:tavLst>
                                        <p:tav tm="0">
                                          <p:val>
                                            <p:strVal val="#ppt_x"/>
                                          </p:val>
                                        </p:tav>
                                        <p:tav tm="100000">
                                          <p:val>
                                            <p:strVal val="#ppt_x"/>
                                          </p:val>
                                        </p:tav>
                                      </p:tavLst>
                                    </p:anim>
                                    <p:anim calcmode="lin" valueType="num">
                                      <p:cBhvr>
                                        <p:cTn id="73" dur="1000" fill="hold"/>
                                        <p:tgtEl>
                                          <p:spTgt spid="28"/>
                                        </p:tgtEl>
                                        <p:attrNameLst>
                                          <p:attrName>ppt_y</p:attrName>
                                        </p:attrNameLst>
                                      </p:cBhvr>
                                      <p:tavLst>
                                        <p:tav tm="0">
                                          <p:val>
                                            <p:strVal val="#ppt_y+.1"/>
                                          </p:val>
                                        </p:tav>
                                        <p:tav tm="100000">
                                          <p:val>
                                            <p:strVal val="#ppt_y"/>
                                          </p:val>
                                        </p:tav>
                                      </p:tavLst>
                                    </p:anim>
                                  </p:childTnLst>
                                </p:cTn>
                              </p:par>
                              <p:par>
                                <p:cTn id="74" presetID="16" presetClass="entr" presetSubtype="21" fill="hold" nodeType="withEffect">
                                  <p:stCondLst>
                                    <p:cond delay="750"/>
                                  </p:stCondLst>
                                  <p:childTnLst>
                                    <p:set>
                                      <p:cBhvr>
                                        <p:cTn id="75" dur="1" fill="hold">
                                          <p:stCondLst>
                                            <p:cond delay="0"/>
                                          </p:stCondLst>
                                        </p:cTn>
                                        <p:tgtEl>
                                          <p:spTgt spid="267"/>
                                        </p:tgtEl>
                                        <p:attrNameLst>
                                          <p:attrName>style.visibility</p:attrName>
                                        </p:attrNameLst>
                                      </p:cBhvr>
                                      <p:to>
                                        <p:strVal val="visible"/>
                                      </p:to>
                                    </p:set>
                                    <p:animEffect transition="in" filter="barn(inVertical)">
                                      <p:cBhvr>
                                        <p:cTn id="76" dur="1000"/>
                                        <p:tgtEl>
                                          <p:spTgt spid="267"/>
                                        </p:tgtEl>
                                      </p:cBhvr>
                                    </p:animEffect>
                                  </p:childTnLst>
                                </p:cTn>
                              </p:par>
                              <p:par>
                                <p:cTn id="77" presetID="16" presetClass="entr" presetSubtype="21" fill="hold" grpId="0" nodeType="withEffect">
                                  <p:stCondLst>
                                    <p:cond delay="750"/>
                                  </p:stCondLst>
                                  <p:childTnLst>
                                    <p:set>
                                      <p:cBhvr>
                                        <p:cTn id="78" dur="1" fill="hold">
                                          <p:stCondLst>
                                            <p:cond delay="0"/>
                                          </p:stCondLst>
                                        </p:cTn>
                                        <p:tgtEl>
                                          <p:spTgt spid="276">
                                            <p:txEl>
                                              <p:pRg st="0" end="0"/>
                                            </p:txEl>
                                          </p:spTgt>
                                        </p:tgtEl>
                                        <p:attrNameLst>
                                          <p:attrName>style.visibility</p:attrName>
                                        </p:attrNameLst>
                                      </p:cBhvr>
                                      <p:to>
                                        <p:strVal val="visible"/>
                                      </p:to>
                                    </p:set>
                                    <p:animEffect transition="in" filter="barn(inVertical)">
                                      <p:cBhvr>
                                        <p:cTn id="79" dur="1000"/>
                                        <p:tgtEl>
                                          <p:spTgt spid="276">
                                            <p:txEl>
                                              <p:pRg st="0" end="0"/>
                                            </p:txEl>
                                          </p:spTgt>
                                        </p:tgtEl>
                                      </p:cBhvr>
                                    </p:animEffect>
                                  </p:childTnLst>
                                </p:cTn>
                              </p:par>
                              <p:par>
                                <p:cTn id="80" presetID="16" presetClass="entr" presetSubtype="21" fill="hold" grpId="0" nodeType="withEffect">
                                  <p:stCondLst>
                                    <p:cond delay="750"/>
                                  </p:stCondLst>
                                  <p:childTnLst>
                                    <p:set>
                                      <p:cBhvr>
                                        <p:cTn id="81" dur="1" fill="hold">
                                          <p:stCondLst>
                                            <p:cond delay="0"/>
                                          </p:stCondLst>
                                        </p:cTn>
                                        <p:tgtEl>
                                          <p:spTgt spid="279"/>
                                        </p:tgtEl>
                                        <p:attrNameLst>
                                          <p:attrName>style.visibility</p:attrName>
                                        </p:attrNameLst>
                                      </p:cBhvr>
                                      <p:to>
                                        <p:strVal val="visible"/>
                                      </p:to>
                                    </p:set>
                                    <p:animEffect transition="in" filter="barn(inVertical)">
                                      <p:cBhvr>
                                        <p:cTn id="82" dur="1000"/>
                                        <p:tgtEl>
                                          <p:spTgt spid="279"/>
                                        </p:tgtEl>
                                      </p:cBhvr>
                                    </p:animEffect>
                                  </p:childTnLst>
                                </p:cTn>
                              </p:par>
                              <p:par>
                                <p:cTn id="83" presetID="16" presetClass="entr" presetSubtype="21" fill="hold" grpId="0" nodeType="withEffect">
                                  <p:stCondLst>
                                    <p:cond delay="750"/>
                                  </p:stCondLst>
                                  <p:childTnLst>
                                    <p:set>
                                      <p:cBhvr>
                                        <p:cTn id="84" dur="1" fill="hold">
                                          <p:stCondLst>
                                            <p:cond delay="0"/>
                                          </p:stCondLst>
                                        </p:cTn>
                                        <p:tgtEl>
                                          <p:spTgt spid="280">
                                            <p:txEl>
                                              <p:pRg st="0" end="0"/>
                                            </p:txEl>
                                          </p:spTgt>
                                        </p:tgtEl>
                                        <p:attrNameLst>
                                          <p:attrName>style.visibility</p:attrName>
                                        </p:attrNameLst>
                                      </p:cBhvr>
                                      <p:to>
                                        <p:strVal val="visible"/>
                                      </p:to>
                                    </p:set>
                                    <p:animEffect transition="in" filter="barn(inVertical)">
                                      <p:cBhvr>
                                        <p:cTn id="85" dur="1000"/>
                                        <p:tgtEl>
                                          <p:spTgt spid="280">
                                            <p:txEl>
                                              <p:pRg st="0" end="0"/>
                                            </p:txEl>
                                          </p:spTgt>
                                        </p:tgtEl>
                                      </p:cBhvr>
                                    </p:animEffect>
                                  </p:childTnLst>
                                </p:cTn>
                              </p:par>
                              <p:par>
                                <p:cTn id="86" presetID="16" presetClass="entr" presetSubtype="21" fill="hold" grpId="0" nodeType="withEffect">
                                  <p:stCondLst>
                                    <p:cond delay="750"/>
                                  </p:stCondLst>
                                  <p:childTnLst>
                                    <p:set>
                                      <p:cBhvr>
                                        <p:cTn id="87" dur="1" fill="hold">
                                          <p:stCondLst>
                                            <p:cond delay="0"/>
                                          </p:stCondLst>
                                        </p:cTn>
                                        <p:tgtEl>
                                          <p:spTgt spid="32"/>
                                        </p:tgtEl>
                                        <p:attrNameLst>
                                          <p:attrName>style.visibility</p:attrName>
                                        </p:attrNameLst>
                                      </p:cBhvr>
                                      <p:to>
                                        <p:strVal val="visible"/>
                                      </p:to>
                                    </p:set>
                                    <p:animEffect transition="in" filter="barn(inVertical)">
                                      <p:cBhvr>
                                        <p:cTn id="88" dur="1000"/>
                                        <p:tgtEl>
                                          <p:spTgt spid="32"/>
                                        </p:tgtEl>
                                      </p:cBhvr>
                                    </p:animEffect>
                                  </p:childTnLst>
                                </p:cTn>
                              </p:par>
                              <p:par>
                                <p:cTn id="89" presetID="16" presetClass="entr" presetSubtype="21" fill="hold" grpId="0" nodeType="withEffect">
                                  <p:stCondLst>
                                    <p:cond delay="750"/>
                                  </p:stCondLst>
                                  <p:childTnLst>
                                    <p:set>
                                      <p:cBhvr>
                                        <p:cTn id="90" dur="1" fill="hold">
                                          <p:stCondLst>
                                            <p:cond delay="0"/>
                                          </p:stCondLst>
                                        </p:cTn>
                                        <p:tgtEl>
                                          <p:spTgt spid="33"/>
                                        </p:tgtEl>
                                        <p:attrNameLst>
                                          <p:attrName>style.visibility</p:attrName>
                                        </p:attrNameLst>
                                      </p:cBhvr>
                                      <p:to>
                                        <p:strVal val="visible"/>
                                      </p:to>
                                    </p:set>
                                    <p:animEffect transition="in" filter="barn(inVertical)">
                                      <p:cBhvr>
                                        <p:cTn id="91" dur="1000"/>
                                        <p:tgtEl>
                                          <p:spTgt spid="33"/>
                                        </p:tgtEl>
                                      </p:cBhvr>
                                    </p:animEffect>
                                  </p:childTnLst>
                                </p:cTn>
                              </p:par>
                              <p:par>
                                <p:cTn id="92" presetID="16" presetClass="entr" presetSubtype="21" fill="hold" grpId="0" nodeType="withEffect">
                                  <p:stCondLst>
                                    <p:cond delay="750"/>
                                  </p:stCondLst>
                                  <p:childTnLst>
                                    <p:set>
                                      <p:cBhvr>
                                        <p:cTn id="93" dur="1" fill="hold">
                                          <p:stCondLst>
                                            <p:cond delay="0"/>
                                          </p:stCondLst>
                                        </p:cTn>
                                        <p:tgtEl>
                                          <p:spTgt spid="36"/>
                                        </p:tgtEl>
                                        <p:attrNameLst>
                                          <p:attrName>style.visibility</p:attrName>
                                        </p:attrNameLst>
                                      </p:cBhvr>
                                      <p:to>
                                        <p:strVal val="visible"/>
                                      </p:to>
                                    </p:set>
                                    <p:animEffect transition="in" filter="barn(inVertical)">
                                      <p:cBhvr>
                                        <p:cTn id="94" dur="1000"/>
                                        <p:tgtEl>
                                          <p:spTgt spid="36"/>
                                        </p:tgtEl>
                                      </p:cBhvr>
                                    </p:animEffect>
                                  </p:childTnLst>
                                </p:cTn>
                              </p:par>
                              <p:par>
                                <p:cTn id="95" presetID="42" presetClass="entr" presetSubtype="0" fill="hold" grpId="0" nodeType="withEffect">
                                  <p:stCondLst>
                                    <p:cond delay="750"/>
                                  </p:stCondLst>
                                  <p:childTnLst>
                                    <p:set>
                                      <p:cBhvr>
                                        <p:cTn id="96" dur="1" fill="hold">
                                          <p:stCondLst>
                                            <p:cond delay="0"/>
                                          </p:stCondLst>
                                        </p:cTn>
                                        <p:tgtEl>
                                          <p:spTgt spid="264"/>
                                        </p:tgtEl>
                                        <p:attrNameLst>
                                          <p:attrName>style.visibility</p:attrName>
                                        </p:attrNameLst>
                                      </p:cBhvr>
                                      <p:to>
                                        <p:strVal val="visible"/>
                                      </p:to>
                                    </p:set>
                                    <p:animEffect transition="in" filter="fade">
                                      <p:cBhvr>
                                        <p:cTn id="97" dur="1000"/>
                                        <p:tgtEl>
                                          <p:spTgt spid="264"/>
                                        </p:tgtEl>
                                      </p:cBhvr>
                                    </p:animEffect>
                                    <p:anim calcmode="lin" valueType="num">
                                      <p:cBhvr>
                                        <p:cTn id="98" dur="1000" fill="hold"/>
                                        <p:tgtEl>
                                          <p:spTgt spid="264"/>
                                        </p:tgtEl>
                                        <p:attrNameLst>
                                          <p:attrName>ppt_x</p:attrName>
                                        </p:attrNameLst>
                                      </p:cBhvr>
                                      <p:tavLst>
                                        <p:tav tm="0">
                                          <p:val>
                                            <p:strVal val="#ppt_x"/>
                                          </p:val>
                                        </p:tav>
                                        <p:tav tm="100000">
                                          <p:val>
                                            <p:strVal val="#ppt_x"/>
                                          </p:val>
                                        </p:tav>
                                      </p:tavLst>
                                    </p:anim>
                                    <p:anim calcmode="lin" valueType="num">
                                      <p:cBhvr>
                                        <p:cTn id="99" dur="1000" fill="hold"/>
                                        <p:tgtEl>
                                          <p:spTgt spid="264"/>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750"/>
                                  </p:stCondLst>
                                  <p:childTnLst>
                                    <p:set>
                                      <p:cBhvr>
                                        <p:cTn id="101" dur="1" fill="hold">
                                          <p:stCondLst>
                                            <p:cond delay="0"/>
                                          </p:stCondLst>
                                        </p:cTn>
                                        <p:tgtEl>
                                          <p:spTgt spid="282"/>
                                        </p:tgtEl>
                                        <p:attrNameLst>
                                          <p:attrName>style.visibility</p:attrName>
                                        </p:attrNameLst>
                                      </p:cBhvr>
                                      <p:to>
                                        <p:strVal val="visible"/>
                                      </p:to>
                                    </p:set>
                                    <p:animEffect transition="in" filter="fade">
                                      <p:cBhvr>
                                        <p:cTn id="102" dur="1000"/>
                                        <p:tgtEl>
                                          <p:spTgt spid="282"/>
                                        </p:tgtEl>
                                      </p:cBhvr>
                                    </p:animEffect>
                                    <p:anim calcmode="lin" valueType="num">
                                      <p:cBhvr>
                                        <p:cTn id="103" dur="1000" fill="hold"/>
                                        <p:tgtEl>
                                          <p:spTgt spid="282"/>
                                        </p:tgtEl>
                                        <p:attrNameLst>
                                          <p:attrName>ppt_x</p:attrName>
                                        </p:attrNameLst>
                                      </p:cBhvr>
                                      <p:tavLst>
                                        <p:tav tm="0">
                                          <p:val>
                                            <p:strVal val="#ppt_x"/>
                                          </p:val>
                                        </p:tav>
                                        <p:tav tm="100000">
                                          <p:val>
                                            <p:strVal val="#ppt_x"/>
                                          </p:val>
                                        </p:tav>
                                      </p:tavLst>
                                    </p:anim>
                                    <p:anim calcmode="lin" valueType="num">
                                      <p:cBhvr>
                                        <p:cTn id="104" dur="1000" fill="hold"/>
                                        <p:tgtEl>
                                          <p:spTgt spid="282"/>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750"/>
                                  </p:stCondLst>
                                  <p:childTnLst>
                                    <p:set>
                                      <p:cBhvr>
                                        <p:cTn id="106" dur="1" fill="hold">
                                          <p:stCondLst>
                                            <p:cond delay="0"/>
                                          </p:stCondLst>
                                        </p:cTn>
                                        <p:tgtEl>
                                          <p:spTgt spid="283"/>
                                        </p:tgtEl>
                                        <p:attrNameLst>
                                          <p:attrName>style.visibility</p:attrName>
                                        </p:attrNameLst>
                                      </p:cBhvr>
                                      <p:to>
                                        <p:strVal val="visible"/>
                                      </p:to>
                                    </p:set>
                                    <p:animEffect transition="in" filter="fade">
                                      <p:cBhvr>
                                        <p:cTn id="107" dur="1000"/>
                                        <p:tgtEl>
                                          <p:spTgt spid="283"/>
                                        </p:tgtEl>
                                      </p:cBhvr>
                                    </p:animEffect>
                                    <p:anim calcmode="lin" valueType="num">
                                      <p:cBhvr>
                                        <p:cTn id="108" dur="1000" fill="hold"/>
                                        <p:tgtEl>
                                          <p:spTgt spid="283"/>
                                        </p:tgtEl>
                                        <p:attrNameLst>
                                          <p:attrName>ppt_x</p:attrName>
                                        </p:attrNameLst>
                                      </p:cBhvr>
                                      <p:tavLst>
                                        <p:tav tm="0">
                                          <p:val>
                                            <p:strVal val="#ppt_x"/>
                                          </p:val>
                                        </p:tav>
                                        <p:tav tm="100000">
                                          <p:val>
                                            <p:strVal val="#ppt_x"/>
                                          </p:val>
                                        </p:tav>
                                      </p:tavLst>
                                    </p:anim>
                                    <p:anim calcmode="lin" valueType="num">
                                      <p:cBhvr>
                                        <p:cTn id="109" dur="1000" fill="hold"/>
                                        <p:tgtEl>
                                          <p:spTgt spid="283"/>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75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1000"/>
                                        <p:tgtEl>
                                          <p:spTgt spid="29"/>
                                        </p:tgtEl>
                                      </p:cBhvr>
                                    </p:animEffect>
                                    <p:anim calcmode="lin" valueType="num">
                                      <p:cBhvr>
                                        <p:cTn id="113" dur="1000" fill="hold"/>
                                        <p:tgtEl>
                                          <p:spTgt spid="29"/>
                                        </p:tgtEl>
                                        <p:attrNameLst>
                                          <p:attrName>ppt_x</p:attrName>
                                        </p:attrNameLst>
                                      </p:cBhvr>
                                      <p:tavLst>
                                        <p:tav tm="0">
                                          <p:val>
                                            <p:strVal val="#ppt_x"/>
                                          </p:val>
                                        </p:tav>
                                        <p:tav tm="100000">
                                          <p:val>
                                            <p:strVal val="#ppt_x"/>
                                          </p:val>
                                        </p:tav>
                                      </p:tavLst>
                                    </p:anim>
                                    <p:anim calcmode="lin" valueType="num">
                                      <p:cBhvr>
                                        <p:cTn id="114" dur="1000" fill="hold"/>
                                        <p:tgtEl>
                                          <p:spTgt spid="29"/>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75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1000"/>
                                        <p:tgtEl>
                                          <p:spTgt spid="30"/>
                                        </p:tgtEl>
                                      </p:cBhvr>
                                    </p:animEffect>
                                    <p:anim calcmode="lin" valueType="num">
                                      <p:cBhvr>
                                        <p:cTn id="118" dur="1000" fill="hold"/>
                                        <p:tgtEl>
                                          <p:spTgt spid="30"/>
                                        </p:tgtEl>
                                        <p:attrNameLst>
                                          <p:attrName>ppt_x</p:attrName>
                                        </p:attrNameLst>
                                      </p:cBhvr>
                                      <p:tavLst>
                                        <p:tav tm="0">
                                          <p:val>
                                            <p:strVal val="#ppt_x"/>
                                          </p:val>
                                        </p:tav>
                                        <p:tav tm="100000">
                                          <p:val>
                                            <p:strVal val="#ppt_x"/>
                                          </p:val>
                                        </p:tav>
                                      </p:tavLst>
                                    </p:anim>
                                    <p:anim calcmode="lin" valueType="num">
                                      <p:cBhvr>
                                        <p:cTn id="119" dur="1000" fill="hold"/>
                                        <p:tgtEl>
                                          <p:spTgt spid="30"/>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75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1000"/>
                                        <p:tgtEl>
                                          <p:spTgt spid="31"/>
                                        </p:tgtEl>
                                      </p:cBhvr>
                                    </p:animEffect>
                                    <p:anim calcmode="lin" valueType="num">
                                      <p:cBhvr>
                                        <p:cTn id="123" dur="1000" fill="hold"/>
                                        <p:tgtEl>
                                          <p:spTgt spid="31"/>
                                        </p:tgtEl>
                                        <p:attrNameLst>
                                          <p:attrName>ppt_x</p:attrName>
                                        </p:attrNameLst>
                                      </p:cBhvr>
                                      <p:tavLst>
                                        <p:tav tm="0">
                                          <p:val>
                                            <p:strVal val="#ppt_x"/>
                                          </p:val>
                                        </p:tav>
                                        <p:tav tm="100000">
                                          <p:val>
                                            <p:strVal val="#ppt_x"/>
                                          </p:val>
                                        </p:tav>
                                      </p:tavLst>
                                    </p:anim>
                                    <p:anim calcmode="lin" valueType="num">
                                      <p:cBhvr>
                                        <p:cTn id="124" dur="1000" fill="hold"/>
                                        <p:tgtEl>
                                          <p:spTgt spid="31"/>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75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1000"/>
                                        <p:tgtEl>
                                          <p:spTgt spid="34"/>
                                        </p:tgtEl>
                                      </p:cBhvr>
                                    </p:animEffect>
                                    <p:anim calcmode="lin" valueType="num">
                                      <p:cBhvr>
                                        <p:cTn id="128" dur="1000" fill="hold"/>
                                        <p:tgtEl>
                                          <p:spTgt spid="34"/>
                                        </p:tgtEl>
                                        <p:attrNameLst>
                                          <p:attrName>ppt_x</p:attrName>
                                        </p:attrNameLst>
                                      </p:cBhvr>
                                      <p:tavLst>
                                        <p:tav tm="0">
                                          <p:val>
                                            <p:strVal val="#ppt_x"/>
                                          </p:val>
                                        </p:tav>
                                        <p:tav tm="100000">
                                          <p:val>
                                            <p:strVal val="#ppt_x"/>
                                          </p:val>
                                        </p:tav>
                                      </p:tavLst>
                                    </p:anim>
                                    <p:anim calcmode="lin" valueType="num">
                                      <p:cBhvr>
                                        <p:cTn id="129" dur="1000" fill="hold"/>
                                        <p:tgtEl>
                                          <p:spTgt spid="34"/>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750"/>
                                  </p:stCondLst>
                                  <p:childTnLst>
                                    <p:set>
                                      <p:cBhvr>
                                        <p:cTn id="131" dur="1" fill="hold">
                                          <p:stCondLst>
                                            <p:cond delay="0"/>
                                          </p:stCondLst>
                                        </p:cTn>
                                        <p:tgtEl>
                                          <p:spTgt spid="35"/>
                                        </p:tgtEl>
                                        <p:attrNameLst>
                                          <p:attrName>style.visibility</p:attrName>
                                        </p:attrNameLst>
                                      </p:cBhvr>
                                      <p:to>
                                        <p:strVal val="visible"/>
                                      </p:to>
                                    </p:set>
                                    <p:animEffect transition="in" filter="fade">
                                      <p:cBhvr>
                                        <p:cTn id="132" dur="1000"/>
                                        <p:tgtEl>
                                          <p:spTgt spid="35"/>
                                        </p:tgtEl>
                                      </p:cBhvr>
                                    </p:animEffect>
                                    <p:anim calcmode="lin" valueType="num">
                                      <p:cBhvr>
                                        <p:cTn id="133" dur="1000" fill="hold"/>
                                        <p:tgtEl>
                                          <p:spTgt spid="35"/>
                                        </p:tgtEl>
                                        <p:attrNameLst>
                                          <p:attrName>ppt_x</p:attrName>
                                        </p:attrNameLst>
                                      </p:cBhvr>
                                      <p:tavLst>
                                        <p:tav tm="0">
                                          <p:val>
                                            <p:strVal val="#ppt_x"/>
                                          </p:val>
                                        </p:tav>
                                        <p:tav tm="100000">
                                          <p:val>
                                            <p:strVal val="#ppt_x"/>
                                          </p:val>
                                        </p:tav>
                                      </p:tavLst>
                                    </p:anim>
                                    <p:anim calcmode="lin" valueType="num">
                                      <p:cBhvr>
                                        <p:cTn id="134" dur="1000" fill="hold"/>
                                        <p:tgtEl>
                                          <p:spTgt spid="35"/>
                                        </p:tgtEl>
                                        <p:attrNameLst>
                                          <p:attrName>ppt_y</p:attrName>
                                        </p:attrNameLst>
                                      </p:cBhvr>
                                      <p:tavLst>
                                        <p:tav tm="0">
                                          <p:val>
                                            <p:strVal val="#ppt_y+.1"/>
                                          </p:val>
                                        </p:tav>
                                        <p:tav tm="100000">
                                          <p:val>
                                            <p:strVal val="#ppt_y"/>
                                          </p:val>
                                        </p:tav>
                                      </p:tavLst>
                                    </p:anim>
                                  </p:childTnLst>
                                </p:cTn>
                              </p:par>
                              <p:par>
                                <p:cTn id="135" presetID="16" presetClass="entr" presetSubtype="21" fill="hold" grpId="0" nodeType="withEffect">
                                  <p:stCondLst>
                                    <p:cond delay="750"/>
                                  </p:stCondLst>
                                  <p:childTnLst>
                                    <p:set>
                                      <p:cBhvr>
                                        <p:cTn id="136" dur="1" fill="hold">
                                          <p:stCondLst>
                                            <p:cond delay="0"/>
                                          </p:stCondLst>
                                        </p:cTn>
                                        <p:tgtEl>
                                          <p:spTgt spid="37"/>
                                        </p:tgtEl>
                                        <p:attrNameLst>
                                          <p:attrName>style.visibility</p:attrName>
                                        </p:attrNameLst>
                                      </p:cBhvr>
                                      <p:to>
                                        <p:strVal val="visible"/>
                                      </p:to>
                                    </p:set>
                                    <p:animEffect transition="in" filter="barn(inVertical)">
                                      <p:cBhvr>
                                        <p:cTn id="137"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 grpId="0"/>
      <p:bldP spid="263" grpId="0" animBg="1"/>
      <p:bldP spid="264" grpId="0" animBg="1"/>
      <p:bldP spid="266" grpId="0"/>
      <p:bldP spid="272" grpId="0" animBg="1"/>
      <p:bldP spid="273" grpId="0"/>
      <p:bldP spid="274" grpId="0" build="p"/>
      <p:bldP spid="275" grpId="0"/>
      <p:bldP spid="276" grpId="0" build="p"/>
      <p:bldP spid="277" grpId="0"/>
      <p:bldP spid="278" grpId="0" build="p"/>
      <p:bldP spid="279" grpId="0"/>
      <p:bldP spid="280" grpId="0" build="p"/>
      <p:bldP spid="282" grpId="0" animBg="1"/>
      <p:bldP spid="283" grpId="0" animBg="1"/>
      <p:bldP spid="27" grpId="0" animBg="1"/>
      <p:bldP spid="28" grpId="0" animBg="1"/>
      <p:bldP spid="29" grpId="0" animBg="1"/>
      <p:bldP spid="30" grpId="0" animBg="1"/>
      <p:bldP spid="31" grpId="0" animBg="1"/>
      <p:bldP spid="32" grpId="0"/>
      <p:bldP spid="33" grpId="0"/>
      <p:bldP spid="34" grpId="0" animBg="1"/>
      <p:bldP spid="35" grpId="0" animBg="1"/>
      <p:bldP spid="36" grpId="0"/>
      <p:bldP spid="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55"/>
          <p:cNvSpPr txBox="1">
            <a:spLocks noGrp="1"/>
          </p:cNvSpPr>
          <p:nvPr>
            <p:ph type="title"/>
          </p:nvPr>
        </p:nvSpPr>
        <p:spPr>
          <a:xfrm rot="20491120">
            <a:off x="527405" y="611944"/>
            <a:ext cx="1620373" cy="4876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Ưu điểm</a:t>
            </a:r>
            <a:endParaRPr dirty="0"/>
          </a:p>
        </p:txBody>
      </p:sp>
      <p:sp>
        <p:nvSpPr>
          <p:cNvPr id="589" name="Google Shape;589;p55"/>
          <p:cNvSpPr txBox="1">
            <a:spLocks noGrp="1"/>
          </p:cNvSpPr>
          <p:nvPr>
            <p:ph type="body" idx="1"/>
          </p:nvPr>
        </p:nvSpPr>
        <p:spPr>
          <a:xfrm>
            <a:off x="733540" y="1343836"/>
            <a:ext cx="3593400" cy="3749748"/>
          </a:xfrm>
          <a:prstGeom prst="rect">
            <a:avLst/>
          </a:prstGeom>
        </p:spPr>
        <p:txBody>
          <a:bodyPr spcFirstLastPara="1" wrap="square" lIns="91425" tIns="91425" rIns="91425" bIns="91425" anchor="b" anchorCtr="0">
            <a:noAutofit/>
          </a:bodyPr>
          <a:lstStyle/>
          <a:p>
            <a:pPr marL="457200" lvl="0" indent="-317500" algn="l" rtl="0">
              <a:spcBef>
                <a:spcPts val="1600"/>
              </a:spcBef>
              <a:spcAft>
                <a:spcPts val="0"/>
              </a:spcAft>
              <a:buSzPts val="1400"/>
              <a:buChar char="●"/>
            </a:pPr>
            <a:r>
              <a:rPr lang="vi-VN" sz="1300" dirty="0" smtClean="0">
                <a:uFill>
                  <a:noFill/>
                </a:uFill>
              </a:rPr>
              <a:t>Chức năng phân quyền chi tiết.</a:t>
            </a:r>
          </a:p>
          <a:p>
            <a:pPr marL="457200" lvl="0" indent="-317500" algn="l" rtl="0">
              <a:spcBef>
                <a:spcPts val="1600"/>
              </a:spcBef>
              <a:spcAft>
                <a:spcPts val="0"/>
              </a:spcAft>
              <a:buSzPts val="1400"/>
              <a:buChar char="●"/>
            </a:pPr>
            <a:r>
              <a:rPr lang="vi-VN" sz="1300" dirty="0" smtClean="0">
                <a:uFill>
                  <a:noFill/>
                </a:uFill>
              </a:rPr>
              <a:t>Hệ thống module và công cụ phát triển.</a:t>
            </a:r>
          </a:p>
          <a:p>
            <a:pPr marL="457200" lvl="0" indent="-317500" algn="l" rtl="0">
              <a:spcBef>
                <a:spcPts val="1600"/>
              </a:spcBef>
              <a:spcAft>
                <a:spcPts val="0"/>
              </a:spcAft>
              <a:buSzPts val="1400"/>
              <a:buChar char="●"/>
            </a:pPr>
            <a:r>
              <a:rPr lang="vi-VN" sz="1300" dirty="0" smtClean="0">
                <a:uFill>
                  <a:noFill/>
                </a:uFill>
              </a:rPr>
              <a:t>Dễ dàng tích hợp các hệ thống khác.</a:t>
            </a:r>
          </a:p>
          <a:p>
            <a:pPr marL="457200" lvl="0" indent="-317500" algn="l" rtl="0">
              <a:spcBef>
                <a:spcPts val="1600"/>
              </a:spcBef>
              <a:spcAft>
                <a:spcPts val="0"/>
              </a:spcAft>
              <a:buSzPts val="1400"/>
              <a:buChar char="●"/>
            </a:pPr>
            <a:r>
              <a:rPr lang="vi-VN" sz="1300" dirty="0" smtClean="0">
                <a:uFill>
                  <a:noFill/>
                </a:uFill>
              </a:rPr>
              <a:t>Có thể dùng trên nhiều nền tảng, hđh, csdl, trình duyệt.</a:t>
            </a:r>
          </a:p>
          <a:p>
            <a:pPr marL="457200" lvl="0" indent="-317500" algn="l" rtl="0">
              <a:spcBef>
                <a:spcPts val="1600"/>
              </a:spcBef>
              <a:spcAft>
                <a:spcPts val="0"/>
              </a:spcAft>
              <a:buSzPts val="1400"/>
              <a:buChar char="●"/>
            </a:pPr>
            <a:r>
              <a:rPr lang="vi-VN" sz="1300" dirty="0" smtClean="0">
                <a:uFill>
                  <a:noFill/>
                </a:uFill>
              </a:rPr>
              <a:t>Mỗi màn hình có một phiên bản có thể in.</a:t>
            </a:r>
          </a:p>
          <a:p>
            <a:pPr marL="457200" lvl="0" indent="-317500" algn="l" rtl="0">
              <a:spcBef>
                <a:spcPts val="1600"/>
              </a:spcBef>
              <a:spcAft>
                <a:spcPts val="0"/>
              </a:spcAft>
              <a:buSzPts val="1400"/>
              <a:buChar char="●"/>
            </a:pPr>
            <a:r>
              <a:rPr lang="vi-VN" sz="1300" dirty="0" smtClean="0">
                <a:uFill>
                  <a:noFill/>
                </a:uFill>
              </a:rPr>
              <a:t>Có thể tích hợp trực tiếp với code.</a:t>
            </a:r>
          </a:p>
          <a:p>
            <a:pPr marL="457200" lvl="0" indent="-317500" algn="l" rtl="0">
              <a:spcBef>
                <a:spcPts val="1600"/>
              </a:spcBef>
              <a:spcAft>
                <a:spcPts val="0"/>
              </a:spcAft>
              <a:buSzPts val="1400"/>
              <a:buChar char="●"/>
            </a:pPr>
            <a:endParaRPr dirty="0"/>
          </a:p>
        </p:txBody>
      </p:sp>
      <p:sp>
        <p:nvSpPr>
          <p:cNvPr id="590" name="Google Shape;590;p55"/>
          <p:cNvSpPr txBox="1">
            <a:spLocks noGrp="1"/>
          </p:cNvSpPr>
          <p:nvPr>
            <p:ph type="body" idx="2"/>
          </p:nvPr>
        </p:nvSpPr>
        <p:spPr>
          <a:xfrm>
            <a:off x="4862633" y="1343836"/>
            <a:ext cx="3593400" cy="2116669"/>
          </a:xfrm>
          <a:prstGeom prst="rect">
            <a:avLst/>
          </a:prstGeom>
        </p:spPr>
        <p:txBody>
          <a:bodyPr spcFirstLastPara="1" wrap="square" lIns="91425" tIns="91425" rIns="91425" bIns="91425" anchor="b" anchorCtr="0">
            <a:noAutofit/>
          </a:bodyPr>
          <a:lstStyle/>
          <a:p>
            <a:pPr marL="457200" lvl="0" indent="-317500" algn="l" rtl="0">
              <a:spcBef>
                <a:spcPts val="0"/>
              </a:spcBef>
              <a:spcAft>
                <a:spcPts val="0"/>
              </a:spcAft>
              <a:buSzPts val="1400"/>
              <a:buChar char="●"/>
            </a:pPr>
            <a:r>
              <a:rPr lang="vi-VN" sz="1300" dirty="0" smtClean="0"/>
              <a:t>Chi phí sử dụng cao.</a:t>
            </a:r>
          </a:p>
          <a:p>
            <a:pPr marL="139700" lvl="0" indent="0" algn="l" rtl="0">
              <a:spcBef>
                <a:spcPts val="0"/>
              </a:spcBef>
              <a:spcAft>
                <a:spcPts val="0"/>
              </a:spcAft>
              <a:buSzPts val="1400"/>
              <a:buNone/>
            </a:pPr>
            <a:endParaRPr lang="vi-VN" sz="1300" dirty="0" smtClean="0"/>
          </a:p>
          <a:p>
            <a:pPr marL="457200" lvl="0" indent="-317500" algn="l" rtl="0">
              <a:spcBef>
                <a:spcPts val="0"/>
              </a:spcBef>
              <a:spcAft>
                <a:spcPts val="0"/>
              </a:spcAft>
              <a:buSzPts val="1400"/>
              <a:buChar char="●"/>
            </a:pPr>
            <a:r>
              <a:rPr lang="vi-VN" sz="1300" dirty="0" smtClean="0"/>
              <a:t>Không phù hợp với dự án vừa và nhỏ (&lt;3m)</a:t>
            </a:r>
          </a:p>
          <a:p>
            <a:pPr marL="139700" lvl="0" indent="0" algn="l" rtl="0">
              <a:spcBef>
                <a:spcPts val="0"/>
              </a:spcBef>
              <a:spcAft>
                <a:spcPts val="0"/>
              </a:spcAft>
              <a:buSzPts val="1400"/>
              <a:buNone/>
            </a:pPr>
            <a:endParaRPr lang="vi-VN" sz="1300" dirty="0" smtClean="0"/>
          </a:p>
          <a:p>
            <a:pPr marL="457200" lvl="0" indent="-317500" algn="l" rtl="0">
              <a:spcBef>
                <a:spcPts val="0"/>
              </a:spcBef>
              <a:spcAft>
                <a:spcPts val="0"/>
              </a:spcAft>
              <a:buSzPts val="1400"/>
              <a:buChar char="●"/>
            </a:pPr>
            <a:r>
              <a:rPr lang="vi-VN" sz="1300" dirty="0" smtClean="0"/>
              <a:t>Ngôn ngữ tiếng Anh với nhiều thuật ngữ khó dùng.</a:t>
            </a:r>
          </a:p>
          <a:p>
            <a:pPr marL="139700" lvl="0" indent="0" algn="l" rtl="0">
              <a:spcBef>
                <a:spcPts val="0"/>
              </a:spcBef>
              <a:spcAft>
                <a:spcPts val="0"/>
              </a:spcAft>
              <a:buSzPts val="1400"/>
              <a:buNone/>
            </a:pPr>
            <a:endParaRPr lang="vi-VN" sz="1300" dirty="0" smtClean="0"/>
          </a:p>
          <a:p>
            <a:pPr marL="457200" lvl="0" indent="-317500" algn="l" rtl="0">
              <a:spcBef>
                <a:spcPts val="0"/>
              </a:spcBef>
              <a:spcAft>
                <a:spcPts val="0"/>
              </a:spcAft>
              <a:buSzPts val="1400"/>
              <a:buChar char="●"/>
            </a:pPr>
            <a:r>
              <a:rPr lang="vi-VN" sz="1300" dirty="0" smtClean="0"/>
              <a:t>Người sử dụng phải có chuyên môn, tìm hiểu kỹ.</a:t>
            </a:r>
            <a:endParaRPr sz="1300" dirty="0"/>
          </a:p>
        </p:txBody>
      </p:sp>
      <p:sp>
        <p:nvSpPr>
          <p:cNvPr id="5" name="Google Shape;588;p55"/>
          <p:cNvSpPr txBox="1">
            <a:spLocks/>
          </p:cNvSpPr>
          <p:nvPr/>
        </p:nvSpPr>
        <p:spPr>
          <a:xfrm rot="823707">
            <a:off x="6506446" y="626223"/>
            <a:ext cx="224769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2800"/>
              <a:buFont typeface="Concert One"/>
              <a:buNone/>
              <a:defRPr sz="2800" b="1" i="0" u="none" strike="noStrike" cap="none">
                <a:solidFill>
                  <a:schemeClr val="accent2"/>
                </a:solidFill>
                <a:latin typeface="Concert One"/>
                <a:ea typeface="Concert One"/>
                <a:cs typeface="Concert One"/>
                <a:sym typeface="Concert One"/>
              </a:defRPr>
            </a:lvl1pPr>
            <a:lvl2pPr marR="0" lvl="1"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2pPr>
            <a:lvl3pPr marR="0" lvl="2"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3pPr>
            <a:lvl4pPr marR="0" lvl="3"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4pPr>
            <a:lvl5pPr marR="0" lvl="4"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5pPr>
            <a:lvl6pPr marR="0" lvl="5"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6pPr>
            <a:lvl7pPr marR="0" lvl="6"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7pPr>
            <a:lvl8pPr marR="0" lvl="7"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8pPr>
            <a:lvl9pPr marR="0" lvl="8"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9pPr>
          </a:lstStyle>
          <a:p>
            <a:r>
              <a:rPr lang="vi-VN" dirty="0"/>
              <a:t>Nhược</a:t>
            </a:r>
            <a:r>
              <a:rPr lang="vi-VN" dirty="0" smtClean="0"/>
              <a:t> điểm</a:t>
            </a:r>
            <a:endParaRPr lang="vi-VN" dirty="0"/>
          </a:p>
        </p:txBody>
      </p:sp>
      <p:pic>
        <p:nvPicPr>
          <p:cNvPr id="6" name="Google Shape;391;p41"/>
          <p:cNvPicPr preferRelativeResize="0"/>
          <p:nvPr/>
        </p:nvPicPr>
        <p:blipFill>
          <a:blip r:embed="rId3">
            <a:alphaModFix/>
          </a:blip>
          <a:stretch>
            <a:fillRect/>
          </a:stretch>
        </p:blipFill>
        <p:spPr>
          <a:xfrm rot="20643367">
            <a:off x="471177" y="996871"/>
            <a:ext cx="2180117" cy="154445"/>
          </a:xfrm>
          <a:prstGeom prst="rect">
            <a:avLst/>
          </a:prstGeom>
          <a:noFill/>
          <a:ln>
            <a:noFill/>
          </a:ln>
        </p:spPr>
      </p:pic>
      <p:pic>
        <p:nvPicPr>
          <p:cNvPr id="7" name="Google Shape;391;p41"/>
          <p:cNvPicPr preferRelativeResize="0"/>
          <p:nvPr/>
        </p:nvPicPr>
        <p:blipFill>
          <a:blip r:embed="rId3">
            <a:alphaModFix/>
          </a:blip>
          <a:stretch>
            <a:fillRect/>
          </a:stretch>
        </p:blipFill>
        <p:spPr>
          <a:xfrm rot="875649">
            <a:off x="6454883" y="1030839"/>
            <a:ext cx="2180117" cy="154445"/>
          </a:xfrm>
          <a:prstGeom prst="rect">
            <a:avLst/>
          </a:prstGeom>
          <a:noFill/>
          <a:ln>
            <a:noFill/>
          </a:ln>
        </p:spPr>
      </p:pic>
    </p:spTree>
    <p:extLst>
      <p:ext uri="{BB962C8B-B14F-4D97-AF65-F5344CB8AC3E}">
        <p14:creationId xmlns:p14="http://schemas.microsoft.com/office/powerpoint/2010/main" val="130326103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588"/>
                                        </p:tgtEl>
                                        <p:attrNameLst>
                                          <p:attrName>style.visibility</p:attrName>
                                        </p:attrNameLst>
                                      </p:cBhvr>
                                      <p:to>
                                        <p:strVal val="visible"/>
                                      </p:to>
                                    </p:set>
                                    <p:animEffect transition="in" filter="wipe(down)">
                                      <p:cBhvr>
                                        <p:cTn id="7" dur="290">
                                          <p:stCondLst>
                                            <p:cond delay="0"/>
                                          </p:stCondLst>
                                        </p:cTn>
                                        <p:tgtEl>
                                          <p:spTgt spid="588"/>
                                        </p:tgtEl>
                                      </p:cBhvr>
                                    </p:animEffect>
                                    <p:anim calcmode="lin" valueType="num">
                                      <p:cBhvr>
                                        <p:cTn id="8" dur="911" tmFilter="0,0; 0.14,0.36; 0.43,0.73; 0.71,0.91; 1.0,1.0">
                                          <p:stCondLst>
                                            <p:cond delay="0"/>
                                          </p:stCondLst>
                                        </p:cTn>
                                        <p:tgtEl>
                                          <p:spTgt spid="588"/>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588"/>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588"/>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588"/>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588"/>
                                        </p:tgtEl>
                                        <p:attrNameLst>
                                          <p:attrName>ppt_y</p:attrName>
                                        </p:attrNameLst>
                                      </p:cBhvr>
                                      <p:tavLst>
                                        <p:tav tm="0" fmla="#ppt_y-sin(pi*$)/81">
                                          <p:val>
                                            <p:fltVal val="0"/>
                                          </p:val>
                                        </p:tav>
                                        <p:tav tm="100000">
                                          <p:val>
                                            <p:fltVal val="1"/>
                                          </p:val>
                                        </p:tav>
                                      </p:tavLst>
                                    </p:anim>
                                    <p:animScale>
                                      <p:cBhvr>
                                        <p:cTn id="13" dur="13">
                                          <p:stCondLst>
                                            <p:cond delay="325"/>
                                          </p:stCondLst>
                                        </p:cTn>
                                        <p:tgtEl>
                                          <p:spTgt spid="588"/>
                                        </p:tgtEl>
                                      </p:cBhvr>
                                      <p:to x="100000" y="60000"/>
                                    </p:animScale>
                                    <p:animScale>
                                      <p:cBhvr>
                                        <p:cTn id="14" dur="83" decel="50000">
                                          <p:stCondLst>
                                            <p:cond delay="338"/>
                                          </p:stCondLst>
                                        </p:cTn>
                                        <p:tgtEl>
                                          <p:spTgt spid="588"/>
                                        </p:tgtEl>
                                      </p:cBhvr>
                                      <p:to x="100000" y="100000"/>
                                    </p:animScale>
                                    <p:animScale>
                                      <p:cBhvr>
                                        <p:cTn id="15" dur="13">
                                          <p:stCondLst>
                                            <p:cond delay="656"/>
                                          </p:stCondLst>
                                        </p:cTn>
                                        <p:tgtEl>
                                          <p:spTgt spid="588"/>
                                        </p:tgtEl>
                                      </p:cBhvr>
                                      <p:to x="100000" y="80000"/>
                                    </p:animScale>
                                    <p:animScale>
                                      <p:cBhvr>
                                        <p:cTn id="16" dur="83" decel="50000">
                                          <p:stCondLst>
                                            <p:cond delay="669"/>
                                          </p:stCondLst>
                                        </p:cTn>
                                        <p:tgtEl>
                                          <p:spTgt spid="588"/>
                                        </p:tgtEl>
                                      </p:cBhvr>
                                      <p:to x="100000" y="100000"/>
                                    </p:animScale>
                                    <p:animScale>
                                      <p:cBhvr>
                                        <p:cTn id="17" dur="13">
                                          <p:stCondLst>
                                            <p:cond delay="821"/>
                                          </p:stCondLst>
                                        </p:cTn>
                                        <p:tgtEl>
                                          <p:spTgt spid="588"/>
                                        </p:tgtEl>
                                      </p:cBhvr>
                                      <p:to x="100000" y="90000"/>
                                    </p:animScale>
                                    <p:animScale>
                                      <p:cBhvr>
                                        <p:cTn id="18" dur="83" decel="50000">
                                          <p:stCondLst>
                                            <p:cond delay="834"/>
                                          </p:stCondLst>
                                        </p:cTn>
                                        <p:tgtEl>
                                          <p:spTgt spid="588"/>
                                        </p:tgtEl>
                                      </p:cBhvr>
                                      <p:to x="100000" y="100000"/>
                                    </p:animScale>
                                    <p:animScale>
                                      <p:cBhvr>
                                        <p:cTn id="19" dur="13">
                                          <p:stCondLst>
                                            <p:cond delay="904"/>
                                          </p:stCondLst>
                                        </p:cTn>
                                        <p:tgtEl>
                                          <p:spTgt spid="588"/>
                                        </p:tgtEl>
                                      </p:cBhvr>
                                      <p:to x="100000" y="95000"/>
                                    </p:animScale>
                                    <p:animScale>
                                      <p:cBhvr>
                                        <p:cTn id="20" dur="83" decel="50000">
                                          <p:stCondLst>
                                            <p:cond delay="917"/>
                                          </p:stCondLst>
                                        </p:cTn>
                                        <p:tgtEl>
                                          <p:spTgt spid="588"/>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290">
                                          <p:stCondLst>
                                            <p:cond delay="0"/>
                                          </p:stCondLst>
                                        </p:cTn>
                                        <p:tgtEl>
                                          <p:spTgt spid="5"/>
                                        </p:tgtEl>
                                      </p:cBhvr>
                                    </p:animEffect>
                                    <p:anim calcmode="lin" valueType="num">
                                      <p:cBhvr>
                                        <p:cTn id="24"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29" dur="13">
                                          <p:stCondLst>
                                            <p:cond delay="325"/>
                                          </p:stCondLst>
                                        </p:cTn>
                                        <p:tgtEl>
                                          <p:spTgt spid="5"/>
                                        </p:tgtEl>
                                      </p:cBhvr>
                                      <p:to x="100000" y="60000"/>
                                    </p:animScale>
                                    <p:animScale>
                                      <p:cBhvr>
                                        <p:cTn id="30" dur="83" decel="50000">
                                          <p:stCondLst>
                                            <p:cond delay="338"/>
                                          </p:stCondLst>
                                        </p:cTn>
                                        <p:tgtEl>
                                          <p:spTgt spid="5"/>
                                        </p:tgtEl>
                                      </p:cBhvr>
                                      <p:to x="100000" y="100000"/>
                                    </p:animScale>
                                    <p:animScale>
                                      <p:cBhvr>
                                        <p:cTn id="31" dur="13">
                                          <p:stCondLst>
                                            <p:cond delay="656"/>
                                          </p:stCondLst>
                                        </p:cTn>
                                        <p:tgtEl>
                                          <p:spTgt spid="5"/>
                                        </p:tgtEl>
                                      </p:cBhvr>
                                      <p:to x="100000" y="80000"/>
                                    </p:animScale>
                                    <p:animScale>
                                      <p:cBhvr>
                                        <p:cTn id="32" dur="83" decel="50000">
                                          <p:stCondLst>
                                            <p:cond delay="669"/>
                                          </p:stCondLst>
                                        </p:cTn>
                                        <p:tgtEl>
                                          <p:spTgt spid="5"/>
                                        </p:tgtEl>
                                      </p:cBhvr>
                                      <p:to x="100000" y="100000"/>
                                    </p:animScale>
                                    <p:animScale>
                                      <p:cBhvr>
                                        <p:cTn id="33" dur="13">
                                          <p:stCondLst>
                                            <p:cond delay="821"/>
                                          </p:stCondLst>
                                        </p:cTn>
                                        <p:tgtEl>
                                          <p:spTgt spid="5"/>
                                        </p:tgtEl>
                                      </p:cBhvr>
                                      <p:to x="100000" y="90000"/>
                                    </p:animScale>
                                    <p:animScale>
                                      <p:cBhvr>
                                        <p:cTn id="34" dur="83" decel="50000">
                                          <p:stCondLst>
                                            <p:cond delay="834"/>
                                          </p:stCondLst>
                                        </p:cTn>
                                        <p:tgtEl>
                                          <p:spTgt spid="5"/>
                                        </p:tgtEl>
                                      </p:cBhvr>
                                      <p:to x="100000" y="100000"/>
                                    </p:animScale>
                                    <p:animScale>
                                      <p:cBhvr>
                                        <p:cTn id="35" dur="13">
                                          <p:stCondLst>
                                            <p:cond delay="904"/>
                                          </p:stCondLst>
                                        </p:cTn>
                                        <p:tgtEl>
                                          <p:spTgt spid="5"/>
                                        </p:tgtEl>
                                      </p:cBhvr>
                                      <p:to x="100000" y="95000"/>
                                    </p:animScale>
                                    <p:animScale>
                                      <p:cBhvr>
                                        <p:cTn id="36" dur="83" decel="50000">
                                          <p:stCondLst>
                                            <p:cond delay="917"/>
                                          </p:stCondLst>
                                        </p:cTn>
                                        <p:tgtEl>
                                          <p:spTgt spid="5"/>
                                        </p:tgtEl>
                                      </p:cBhvr>
                                      <p:to x="100000" y="100000"/>
                                    </p:animScale>
                                  </p:childTnLst>
                                </p:cTn>
                              </p:par>
                              <p:par>
                                <p:cTn id="37" presetID="42"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anim calcmode="lin" valueType="num">
                                      <p:cBhvr>
                                        <p:cTn id="40" dur="500" fill="hold"/>
                                        <p:tgtEl>
                                          <p:spTgt spid="6"/>
                                        </p:tgtEl>
                                        <p:attrNameLst>
                                          <p:attrName>ppt_x</p:attrName>
                                        </p:attrNameLst>
                                      </p:cBhvr>
                                      <p:tavLst>
                                        <p:tav tm="0">
                                          <p:val>
                                            <p:strVal val="#ppt_x"/>
                                          </p:val>
                                        </p:tav>
                                        <p:tav tm="100000">
                                          <p:val>
                                            <p:strVal val="#ppt_x"/>
                                          </p:val>
                                        </p:tav>
                                      </p:tavLst>
                                    </p:anim>
                                    <p:anim calcmode="lin" valueType="num">
                                      <p:cBhvr>
                                        <p:cTn id="41" dur="500" fill="hold"/>
                                        <p:tgtEl>
                                          <p:spTgt spid="6"/>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anim calcmode="lin" valueType="num">
                                      <p:cBhvr>
                                        <p:cTn id="45" dur="500" fill="hold"/>
                                        <p:tgtEl>
                                          <p:spTgt spid="7"/>
                                        </p:tgtEl>
                                        <p:attrNameLst>
                                          <p:attrName>ppt_x</p:attrName>
                                        </p:attrNameLst>
                                      </p:cBhvr>
                                      <p:tavLst>
                                        <p:tav tm="0">
                                          <p:val>
                                            <p:strVal val="#ppt_x"/>
                                          </p:val>
                                        </p:tav>
                                        <p:tav tm="100000">
                                          <p:val>
                                            <p:strVal val="#ppt_x"/>
                                          </p:val>
                                        </p:tav>
                                      </p:tavLst>
                                    </p:anim>
                                    <p:anim calcmode="lin" valueType="num">
                                      <p:cBhvr>
                                        <p:cTn id="46" dur="500" fill="hold"/>
                                        <p:tgtEl>
                                          <p:spTgt spid="7"/>
                                        </p:tgtEl>
                                        <p:attrNameLst>
                                          <p:attrName>ppt_y</p:attrName>
                                        </p:attrNameLst>
                                      </p:cBhvr>
                                      <p:tavLst>
                                        <p:tav tm="0">
                                          <p:val>
                                            <p:strVal val="#ppt_y+.1"/>
                                          </p:val>
                                        </p:tav>
                                        <p:tav tm="100000">
                                          <p:val>
                                            <p:strVal val="#ppt_y"/>
                                          </p:val>
                                        </p:tav>
                                      </p:tavLst>
                                    </p:anim>
                                  </p:childTnLst>
                                </p:cTn>
                              </p:par>
                              <p:par>
                                <p:cTn id="47" presetID="53" presetClass="entr" presetSubtype="16" fill="hold" grpId="0" nodeType="withEffect">
                                  <p:stCondLst>
                                    <p:cond delay="0"/>
                                  </p:stCondLst>
                                  <p:childTnLst>
                                    <p:set>
                                      <p:cBhvr>
                                        <p:cTn id="48" dur="1" fill="hold">
                                          <p:stCondLst>
                                            <p:cond delay="0"/>
                                          </p:stCondLst>
                                        </p:cTn>
                                        <p:tgtEl>
                                          <p:spTgt spid="589">
                                            <p:txEl>
                                              <p:pRg st="0" end="0"/>
                                            </p:txEl>
                                          </p:spTgt>
                                        </p:tgtEl>
                                        <p:attrNameLst>
                                          <p:attrName>style.visibility</p:attrName>
                                        </p:attrNameLst>
                                      </p:cBhvr>
                                      <p:to>
                                        <p:strVal val="visible"/>
                                      </p:to>
                                    </p:set>
                                    <p:anim calcmode="lin" valueType="num">
                                      <p:cBhvr>
                                        <p:cTn id="49" dur="1000" fill="hold"/>
                                        <p:tgtEl>
                                          <p:spTgt spid="589">
                                            <p:txEl>
                                              <p:pRg st="0" end="0"/>
                                            </p:txEl>
                                          </p:spTgt>
                                        </p:tgtEl>
                                        <p:attrNameLst>
                                          <p:attrName>ppt_w</p:attrName>
                                        </p:attrNameLst>
                                      </p:cBhvr>
                                      <p:tavLst>
                                        <p:tav tm="0">
                                          <p:val>
                                            <p:fltVal val="0"/>
                                          </p:val>
                                        </p:tav>
                                        <p:tav tm="100000">
                                          <p:val>
                                            <p:strVal val="#ppt_w"/>
                                          </p:val>
                                        </p:tav>
                                      </p:tavLst>
                                    </p:anim>
                                    <p:anim calcmode="lin" valueType="num">
                                      <p:cBhvr>
                                        <p:cTn id="50" dur="1000" fill="hold"/>
                                        <p:tgtEl>
                                          <p:spTgt spid="589">
                                            <p:txEl>
                                              <p:pRg st="0" end="0"/>
                                            </p:txEl>
                                          </p:spTgt>
                                        </p:tgtEl>
                                        <p:attrNameLst>
                                          <p:attrName>ppt_h</p:attrName>
                                        </p:attrNameLst>
                                      </p:cBhvr>
                                      <p:tavLst>
                                        <p:tav tm="0">
                                          <p:val>
                                            <p:fltVal val="0"/>
                                          </p:val>
                                        </p:tav>
                                        <p:tav tm="100000">
                                          <p:val>
                                            <p:strVal val="#ppt_h"/>
                                          </p:val>
                                        </p:tav>
                                      </p:tavLst>
                                    </p:anim>
                                    <p:animEffect transition="in" filter="fade">
                                      <p:cBhvr>
                                        <p:cTn id="51" dur="1000"/>
                                        <p:tgtEl>
                                          <p:spTgt spid="589">
                                            <p:txEl>
                                              <p:pRg st="0" end="0"/>
                                            </p:txEl>
                                          </p:spTgt>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589">
                                            <p:txEl>
                                              <p:pRg st="1" end="1"/>
                                            </p:txEl>
                                          </p:spTgt>
                                        </p:tgtEl>
                                        <p:attrNameLst>
                                          <p:attrName>style.visibility</p:attrName>
                                        </p:attrNameLst>
                                      </p:cBhvr>
                                      <p:to>
                                        <p:strVal val="visible"/>
                                      </p:to>
                                    </p:set>
                                    <p:anim calcmode="lin" valueType="num">
                                      <p:cBhvr>
                                        <p:cTn id="54" dur="1000" fill="hold"/>
                                        <p:tgtEl>
                                          <p:spTgt spid="589">
                                            <p:txEl>
                                              <p:pRg st="1" end="1"/>
                                            </p:txEl>
                                          </p:spTgt>
                                        </p:tgtEl>
                                        <p:attrNameLst>
                                          <p:attrName>ppt_w</p:attrName>
                                        </p:attrNameLst>
                                      </p:cBhvr>
                                      <p:tavLst>
                                        <p:tav tm="0">
                                          <p:val>
                                            <p:fltVal val="0"/>
                                          </p:val>
                                        </p:tav>
                                        <p:tav tm="100000">
                                          <p:val>
                                            <p:strVal val="#ppt_w"/>
                                          </p:val>
                                        </p:tav>
                                      </p:tavLst>
                                    </p:anim>
                                    <p:anim calcmode="lin" valueType="num">
                                      <p:cBhvr>
                                        <p:cTn id="55" dur="1000" fill="hold"/>
                                        <p:tgtEl>
                                          <p:spTgt spid="589">
                                            <p:txEl>
                                              <p:pRg st="1" end="1"/>
                                            </p:txEl>
                                          </p:spTgt>
                                        </p:tgtEl>
                                        <p:attrNameLst>
                                          <p:attrName>ppt_h</p:attrName>
                                        </p:attrNameLst>
                                      </p:cBhvr>
                                      <p:tavLst>
                                        <p:tav tm="0">
                                          <p:val>
                                            <p:fltVal val="0"/>
                                          </p:val>
                                        </p:tav>
                                        <p:tav tm="100000">
                                          <p:val>
                                            <p:strVal val="#ppt_h"/>
                                          </p:val>
                                        </p:tav>
                                      </p:tavLst>
                                    </p:anim>
                                    <p:animEffect transition="in" filter="fade">
                                      <p:cBhvr>
                                        <p:cTn id="56" dur="1000"/>
                                        <p:tgtEl>
                                          <p:spTgt spid="589">
                                            <p:txEl>
                                              <p:pRg st="1" end="1"/>
                                            </p:txEl>
                                          </p:spTgt>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589">
                                            <p:txEl>
                                              <p:pRg st="2" end="2"/>
                                            </p:txEl>
                                          </p:spTgt>
                                        </p:tgtEl>
                                        <p:attrNameLst>
                                          <p:attrName>style.visibility</p:attrName>
                                        </p:attrNameLst>
                                      </p:cBhvr>
                                      <p:to>
                                        <p:strVal val="visible"/>
                                      </p:to>
                                    </p:set>
                                    <p:anim calcmode="lin" valueType="num">
                                      <p:cBhvr>
                                        <p:cTn id="59" dur="1000" fill="hold"/>
                                        <p:tgtEl>
                                          <p:spTgt spid="589">
                                            <p:txEl>
                                              <p:pRg st="2" end="2"/>
                                            </p:txEl>
                                          </p:spTgt>
                                        </p:tgtEl>
                                        <p:attrNameLst>
                                          <p:attrName>ppt_w</p:attrName>
                                        </p:attrNameLst>
                                      </p:cBhvr>
                                      <p:tavLst>
                                        <p:tav tm="0">
                                          <p:val>
                                            <p:fltVal val="0"/>
                                          </p:val>
                                        </p:tav>
                                        <p:tav tm="100000">
                                          <p:val>
                                            <p:strVal val="#ppt_w"/>
                                          </p:val>
                                        </p:tav>
                                      </p:tavLst>
                                    </p:anim>
                                    <p:anim calcmode="lin" valueType="num">
                                      <p:cBhvr>
                                        <p:cTn id="60" dur="1000" fill="hold"/>
                                        <p:tgtEl>
                                          <p:spTgt spid="589">
                                            <p:txEl>
                                              <p:pRg st="2" end="2"/>
                                            </p:txEl>
                                          </p:spTgt>
                                        </p:tgtEl>
                                        <p:attrNameLst>
                                          <p:attrName>ppt_h</p:attrName>
                                        </p:attrNameLst>
                                      </p:cBhvr>
                                      <p:tavLst>
                                        <p:tav tm="0">
                                          <p:val>
                                            <p:fltVal val="0"/>
                                          </p:val>
                                        </p:tav>
                                        <p:tav tm="100000">
                                          <p:val>
                                            <p:strVal val="#ppt_h"/>
                                          </p:val>
                                        </p:tav>
                                      </p:tavLst>
                                    </p:anim>
                                    <p:animEffect transition="in" filter="fade">
                                      <p:cBhvr>
                                        <p:cTn id="61" dur="1000"/>
                                        <p:tgtEl>
                                          <p:spTgt spid="589">
                                            <p:txEl>
                                              <p:pRg st="2" end="2"/>
                                            </p:txEl>
                                          </p:spTgt>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589">
                                            <p:txEl>
                                              <p:pRg st="3" end="3"/>
                                            </p:txEl>
                                          </p:spTgt>
                                        </p:tgtEl>
                                        <p:attrNameLst>
                                          <p:attrName>style.visibility</p:attrName>
                                        </p:attrNameLst>
                                      </p:cBhvr>
                                      <p:to>
                                        <p:strVal val="visible"/>
                                      </p:to>
                                    </p:set>
                                    <p:anim calcmode="lin" valueType="num">
                                      <p:cBhvr>
                                        <p:cTn id="64" dur="1000" fill="hold"/>
                                        <p:tgtEl>
                                          <p:spTgt spid="589">
                                            <p:txEl>
                                              <p:pRg st="3" end="3"/>
                                            </p:txEl>
                                          </p:spTgt>
                                        </p:tgtEl>
                                        <p:attrNameLst>
                                          <p:attrName>ppt_w</p:attrName>
                                        </p:attrNameLst>
                                      </p:cBhvr>
                                      <p:tavLst>
                                        <p:tav tm="0">
                                          <p:val>
                                            <p:fltVal val="0"/>
                                          </p:val>
                                        </p:tav>
                                        <p:tav tm="100000">
                                          <p:val>
                                            <p:strVal val="#ppt_w"/>
                                          </p:val>
                                        </p:tav>
                                      </p:tavLst>
                                    </p:anim>
                                    <p:anim calcmode="lin" valueType="num">
                                      <p:cBhvr>
                                        <p:cTn id="65" dur="1000" fill="hold"/>
                                        <p:tgtEl>
                                          <p:spTgt spid="589">
                                            <p:txEl>
                                              <p:pRg st="3" end="3"/>
                                            </p:txEl>
                                          </p:spTgt>
                                        </p:tgtEl>
                                        <p:attrNameLst>
                                          <p:attrName>ppt_h</p:attrName>
                                        </p:attrNameLst>
                                      </p:cBhvr>
                                      <p:tavLst>
                                        <p:tav tm="0">
                                          <p:val>
                                            <p:fltVal val="0"/>
                                          </p:val>
                                        </p:tav>
                                        <p:tav tm="100000">
                                          <p:val>
                                            <p:strVal val="#ppt_h"/>
                                          </p:val>
                                        </p:tav>
                                      </p:tavLst>
                                    </p:anim>
                                    <p:animEffect transition="in" filter="fade">
                                      <p:cBhvr>
                                        <p:cTn id="66" dur="1000"/>
                                        <p:tgtEl>
                                          <p:spTgt spid="589">
                                            <p:txEl>
                                              <p:pRg st="3" end="3"/>
                                            </p:txEl>
                                          </p:spTgt>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589">
                                            <p:txEl>
                                              <p:pRg st="4" end="4"/>
                                            </p:txEl>
                                          </p:spTgt>
                                        </p:tgtEl>
                                        <p:attrNameLst>
                                          <p:attrName>style.visibility</p:attrName>
                                        </p:attrNameLst>
                                      </p:cBhvr>
                                      <p:to>
                                        <p:strVal val="visible"/>
                                      </p:to>
                                    </p:set>
                                    <p:anim calcmode="lin" valueType="num">
                                      <p:cBhvr>
                                        <p:cTn id="69" dur="1000" fill="hold"/>
                                        <p:tgtEl>
                                          <p:spTgt spid="589">
                                            <p:txEl>
                                              <p:pRg st="4" end="4"/>
                                            </p:txEl>
                                          </p:spTgt>
                                        </p:tgtEl>
                                        <p:attrNameLst>
                                          <p:attrName>ppt_w</p:attrName>
                                        </p:attrNameLst>
                                      </p:cBhvr>
                                      <p:tavLst>
                                        <p:tav tm="0">
                                          <p:val>
                                            <p:fltVal val="0"/>
                                          </p:val>
                                        </p:tav>
                                        <p:tav tm="100000">
                                          <p:val>
                                            <p:strVal val="#ppt_w"/>
                                          </p:val>
                                        </p:tav>
                                      </p:tavLst>
                                    </p:anim>
                                    <p:anim calcmode="lin" valueType="num">
                                      <p:cBhvr>
                                        <p:cTn id="70" dur="1000" fill="hold"/>
                                        <p:tgtEl>
                                          <p:spTgt spid="589">
                                            <p:txEl>
                                              <p:pRg st="4" end="4"/>
                                            </p:txEl>
                                          </p:spTgt>
                                        </p:tgtEl>
                                        <p:attrNameLst>
                                          <p:attrName>ppt_h</p:attrName>
                                        </p:attrNameLst>
                                      </p:cBhvr>
                                      <p:tavLst>
                                        <p:tav tm="0">
                                          <p:val>
                                            <p:fltVal val="0"/>
                                          </p:val>
                                        </p:tav>
                                        <p:tav tm="100000">
                                          <p:val>
                                            <p:strVal val="#ppt_h"/>
                                          </p:val>
                                        </p:tav>
                                      </p:tavLst>
                                    </p:anim>
                                    <p:animEffect transition="in" filter="fade">
                                      <p:cBhvr>
                                        <p:cTn id="71" dur="1000"/>
                                        <p:tgtEl>
                                          <p:spTgt spid="589">
                                            <p:txEl>
                                              <p:pRg st="4" end="4"/>
                                            </p:txEl>
                                          </p:spTgt>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589">
                                            <p:txEl>
                                              <p:pRg st="5" end="5"/>
                                            </p:txEl>
                                          </p:spTgt>
                                        </p:tgtEl>
                                        <p:attrNameLst>
                                          <p:attrName>style.visibility</p:attrName>
                                        </p:attrNameLst>
                                      </p:cBhvr>
                                      <p:to>
                                        <p:strVal val="visible"/>
                                      </p:to>
                                    </p:set>
                                    <p:anim calcmode="lin" valueType="num">
                                      <p:cBhvr>
                                        <p:cTn id="74" dur="1000" fill="hold"/>
                                        <p:tgtEl>
                                          <p:spTgt spid="589">
                                            <p:txEl>
                                              <p:pRg st="5" end="5"/>
                                            </p:txEl>
                                          </p:spTgt>
                                        </p:tgtEl>
                                        <p:attrNameLst>
                                          <p:attrName>ppt_w</p:attrName>
                                        </p:attrNameLst>
                                      </p:cBhvr>
                                      <p:tavLst>
                                        <p:tav tm="0">
                                          <p:val>
                                            <p:fltVal val="0"/>
                                          </p:val>
                                        </p:tav>
                                        <p:tav tm="100000">
                                          <p:val>
                                            <p:strVal val="#ppt_w"/>
                                          </p:val>
                                        </p:tav>
                                      </p:tavLst>
                                    </p:anim>
                                    <p:anim calcmode="lin" valueType="num">
                                      <p:cBhvr>
                                        <p:cTn id="75" dur="1000" fill="hold"/>
                                        <p:tgtEl>
                                          <p:spTgt spid="589">
                                            <p:txEl>
                                              <p:pRg st="5" end="5"/>
                                            </p:txEl>
                                          </p:spTgt>
                                        </p:tgtEl>
                                        <p:attrNameLst>
                                          <p:attrName>ppt_h</p:attrName>
                                        </p:attrNameLst>
                                      </p:cBhvr>
                                      <p:tavLst>
                                        <p:tav tm="0">
                                          <p:val>
                                            <p:fltVal val="0"/>
                                          </p:val>
                                        </p:tav>
                                        <p:tav tm="100000">
                                          <p:val>
                                            <p:strVal val="#ppt_h"/>
                                          </p:val>
                                        </p:tav>
                                      </p:tavLst>
                                    </p:anim>
                                    <p:animEffect transition="in" filter="fade">
                                      <p:cBhvr>
                                        <p:cTn id="76" dur="1000"/>
                                        <p:tgtEl>
                                          <p:spTgt spid="589">
                                            <p:txEl>
                                              <p:pRg st="5" end="5"/>
                                            </p:txEl>
                                          </p:spTgt>
                                        </p:tgtEl>
                                      </p:cBhvr>
                                    </p:animEffect>
                                  </p:childTnLst>
                                </p:cTn>
                              </p:par>
                              <p:par>
                                <p:cTn id="77" presetID="14" presetClass="entr" presetSubtype="10" fill="hold" grpId="0" nodeType="withEffect">
                                  <p:stCondLst>
                                    <p:cond delay="0"/>
                                  </p:stCondLst>
                                  <p:childTnLst>
                                    <p:set>
                                      <p:cBhvr>
                                        <p:cTn id="78" dur="1" fill="hold">
                                          <p:stCondLst>
                                            <p:cond delay="0"/>
                                          </p:stCondLst>
                                        </p:cTn>
                                        <p:tgtEl>
                                          <p:spTgt spid="590">
                                            <p:txEl>
                                              <p:pRg st="0" end="0"/>
                                            </p:txEl>
                                          </p:spTgt>
                                        </p:tgtEl>
                                        <p:attrNameLst>
                                          <p:attrName>style.visibility</p:attrName>
                                        </p:attrNameLst>
                                      </p:cBhvr>
                                      <p:to>
                                        <p:strVal val="visible"/>
                                      </p:to>
                                    </p:set>
                                    <p:animEffect transition="in" filter="randombar(horizontal)">
                                      <p:cBhvr>
                                        <p:cTn id="79" dur="1000"/>
                                        <p:tgtEl>
                                          <p:spTgt spid="590">
                                            <p:txEl>
                                              <p:pRg st="0" end="0"/>
                                            </p:txEl>
                                          </p:spTgt>
                                        </p:tgtEl>
                                      </p:cBhvr>
                                    </p:animEffect>
                                  </p:childTnLst>
                                </p:cTn>
                              </p:par>
                              <p:par>
                                <p:cTn id="80" presetID="14" presetClass="entr" presetSubtype="10" fill="hold" grpId="0" nodeType="withEffect">
                                  <p:stCondLst>
                                    <p:cond delay="0"/>
                                  </p:stCondLst>
                                  <p:childTnLst>
                                    <p:set>
                                      <p:cBhvr>
                                        <p:cTn id="81" dur="1" fill="hold">
                                          <p:stCondLst>
                                            <p:cond delay="0"/>
                                          </p:stCondLst>
                                        </p:cTn>
                                        <p:tgtEl>
                                          <p:spTgt spid="590">
                                            <p:txEl>
                                              <p:pRg st="2" end="2"/>
                                            </p:txEl>
                                          </p:spTgt>
                                        </p:tgtEl>
                                        <p:attrNameLst>
                                          <p:attrName>style.visibility</p:attrName>
                                        </p:attrNameLst>
                                      </p:cBhvr>
                                      <p:to>
                                        <p:strVal val="visible"/>
                                      </p:to>
                                    </p:set>
                                    <p:animEffect transition="in" filter="randombar(horizontal)">
                                      <p:cBhvr>
                                        <p:cTn id="82" dur="1000"/>
                                        <p:tgtEl>
                                          <p:spTgt spid="590">
                                            <p:txEl>
                                              <p:pRg st="2" end="2"/>
                                            </p:txEl>
                                          </p:spTgt>
                                        </p:tgtEl>
                                      </p:cBhvr>
                                    </p:animEffect>
                                  </p:childTnLst>
                                </p:cTn>
                              </p:par>
                              <p:par>
                                <p:cTn id="83" presetID="14" presetClass="entr" presetSubtype="10" fill="hold" grpId="0" nodeType="withEffect">
                                  <p:stCondLst>
                                    <p:cond delay="0"/>
                                  </p:stCondLst>
                                  <p:childTnLst>
                                    <p:set>
                                      <p:cBhvr>
                                        <p:cTn id="84" dur="1" fill="hold">
                                          <p:stCondLst>
                                            <p:cond delay="0"/>
                                          </p:stCondLst>
                                        </p:cTn>
                                        <p:tgtEl>
                                          <p:spTgt spid="590">
                                            <p:txEl>
                                              <p:pRg st="4" end="4"/>
                                            </p:txEl>
                                          </p:spTgt>
                                        </p:tgtEl>
                                        <p:attrNameLst>
                                          <p:attrName>style.visibility</p:attrName>
                                        </p:attrNameLst>
                                      </p:cBhvr>
                                      <p:to>
                                        <p:strVal val="visible"/>
                                      </p:to>
                                    </p:set>
                                    <p:animEffect transition="in" filter="randombar(horizontal)">
                                      <p:cBhvr>
                                        <p:cTn id="85" dur="1000"/>
                                        <p:tgtEl>
                                          <p:spTgt spid="590">
                                            <p:txEl>
                                              <p:pRg st="4" end="4"/>
                                            </p:txEl>
                                          </p:spTgt>
                                        </p:tgtEl>
                                      </p:cBhvr>
                                    </p:animEffect>
                                  </p:childTnLst>
                                </p:cTn>
                              </p:par>
                              <p:par>
                                <p:cTn id="86" presetID="14" presetClass="entr" presetSubtype="10" fill="hold" grpId="0" nodeType="withEffect">
                                  <p:stCondLst>
                                    <p:cond delay="0"/>
                                  </p:stCondLst>
                                  <p:childTnLst>
                                    <p:set>
                                      <p:cBhvr>
                                        <p:cTn id="87" dur="1" fill="hold">
                                          <p:stCondLst>
                                            <p:cond delay="0"/>
                                          </p:stCondLst>
                                        </p:cTn>
                                        <p:tgtEl>
                                          <p:spTgt spid="590">
                                            <p:txEl>
                                              <p:pRg st="6" end="6"/>
                                            </p:txEl>
                                          </p:spTgt>
                                        </p:tgtEl>
                                        <p:attrNameLst>
                                          <p:attrName>style.visibility</p:attrName>
                                        </p:attrNameLst>
                                      </p:cBhvr>
                                      <p:to>
                                        <p:strVal val="visible"/>
                                      </p:to>
                                    </p:set>
                                    <p:animEffect transition="in" filter="randombar(horizontal)">
                                      <p:cBhvr>
                                        <p:cTn id="88" dur="1000"/>
                                        <p:tgtEl>
                                          <p:spTgt spid="59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 grpId="0"/>
      <p:bldP spid="589" grpId="0" build="p"/>
      <p:bldP spid="590" grpId="0" build="p"/>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smtClean="0"/>
              <a:t>03</a:t>
            </a:r>
            <a:endParaRPr dirty="0"/>
          </a:p>
        </p:txBody>
      </p:sp>
      <p:pic>
        <p:nvPicPr>
          <p:cNvPr id="211" name="Google Shape;211;p32"/>
          <p:cNvPicPr preferRelativeResize="0"/>
          <p:nvPr/>
        </p:nvPicPr>
        <p:blipFill>
          <a:blip r:embed="rId3">
            <a:alphaModFix amt="86000"/>
          </a:blip>
          <a:stretch>
            <a:fillRect/>
          </a:stretch>
        </p:blipFill>
        <p:spPr>
          <a:xfrm rot="1344117">
            <a:off x="3798753" y="1415788"/>
            <a:ext cx="1496149" cy="1160650"/>
          </a:xfrm>
          <a:prstGeom prst="rect">
            <a:avLst/>
          </a:prstGeom>
          <a:noFill/>
          <a:ln>
            <a:noFill/>
          </a:ln>
        </p:spPr>
      </p:pic>
      <p:sp>
        <p:nvSpPr>
          <p:cNvPr id="214" name="Google Shape;214;p32"/>
          <p:cNvSpPr txBox="1">
            <a:spLocks noGrp="1"/>
          </p:cNvSpPr>
          <p:nvPr>
            <p:ph type="title"/>
          </p:nvPr>
        </p:nvSpPr>
        <p:spPr>
          <a:xfrm>
            <a:off x="2438036" y="2914532"/>
            <a:ext cx="4217582"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200" dirty="0" smtClean="0"/>
              <a:t>NỘI DUNG THỰC HIỆN</a:t>
            </a:r>
            <a:endParaRPr sz="3200" dirty="0"/>
          </a:p>
        </p:txBody>
      </p:sp>
      <p:grpSp>
        <p:nvGrpSpPr>
          <p:cNvPr id="12" name="Google Shape;522;p50"/>
          <p:cNvGrpSpPr/>
          <p:nvPr/>
        </p:nvGrpSpPr>
        <p:grpSpPr>
          <a:xfrm>
            <a:off x="5870244" y="1357344"/>
            <a:ext cx="445950" cy="667425"/>
            <a:chOff x="5809550" y="1500425"/>
            <a:chExt cx="445950" cy="667425"/>
          </a:xfrm>
        </p:grpSpPr>
        <p:sp>
          <p:nvSpPr>
            <p:cNvPr id="13" name="Google Shape;523;p50"/>
            <p:cNvSpPr/>
            <p:nvPr/>
          </p:nvSpPr>
          <p:spPr>
            <a:xfrm>
              <a:off x="5809550" y="1500425"/>
              <a:ext cx="445950" cy="667425"/>
            </a:xfrm>
            <a:custGeom>
              <a:avLst/>
              <a:gdLst/>
              <a:ahLst/>
              <a:cxnLst/>
              <a:rect l="l" t="t" r="r" b="b"/>
              <a:pathLst>
                <a:path w="17838" h="26697" extrusionOk="0">
                  <a:moveTo>
                    <a:pt x="6959" y="6331"/>
                  </a:moveTo>
                  <a:cubicBezTo>
                    <a:pt x="7402" y="6685"/>
                    <a:pt x="7908" y="6994"/>
                    <a:pt x="8413" y="7076"/>
                  </a:cubicBezTo>
                  <a:lnTo>
                    <a:pt x="8434" y="7076"/>
                  </a:lnTo>
                  <a:cubicBezTo>
                    <a:pt x="8249" y="7448"/>
                    <a:pt x="8087" y="7831"/>
                    <a:pt x="7971" y="8218"/>
                  </a:cubicBezTo>
                  <a:cubicBezTo>
                    <a:pt x="7726" y="8061"/>
                    <a:pt x="7436" y="7946"/>
                    <a:pt x="7205" y="7826"/>
                  </a:cubicBezTo>
                  <a:cubicBezTo>
                    <a:pt x="6975" y="7704"/>
                    <a:pt x="6745" y="7591"/>
                    <a:pt x="6512" y="7480"/>
                  </a:cubicBezTo>
                  <a:cubicBezTo>
                    <a:pt x="6644" y="7094"/>
                    <a:pt x="6797" y="6709"/>
                    <a:pt x="6959" y="6331"/>
                  </a:cubicBezTo>
                  <a:close/>
                  <a:moveTo>
                    <a:pt x="6374" y="7920"/>
                  </a:moveTo>
                  <a:cubicBezTo>
                    <a:pt x="6589" y="8058"/>
                    <a:pt x="6807" y="8193"/>
                    <a:pt x="7030" y="8326"/>
                  </a:cubicBezTo>
                  <a:cubicBezTo>
                    <a:pt x="7273" y="8471"/>
                    <a:pt x="7547" y="8677"/>
                    <a:pt x="7834" y="8789"/>
                  </a:cubicBezTo>
                  <a:cubicBezTo>
                    <a:pt x="7832" y="8803"/>
                    <a:pt x="7827" y="8820"/>
                    <a:pt x="7824" y="8834"/>
                  </a:cubicBezTo>
                  <a:cubicBezTo>
                    <a:pt x="7294" y="8707"/>
                    <a:pt x="6764" y="8581"/>
                    <a:pt x="6231" y="8466"/>
                  </a:cubicBezTo>
                  <a:cubicBezTo>
                    <a:pt x="6281" y="8261"/>
                    <a:pt x="6332" y="8060"/>
                    <a:pt x="6343" y="8015"/>
                  </a:cubicBezTo>
                  <a:lnTo>
                    <a:pt x="6343" y="8014"/>
                  </a:lnTo>
                  <a:cubicBezTo>
                    <a:pt x="6351" y="7983"/>
                    <a:pt x="6364" y="7951"/>
                    <a:pt x="6374" y="7920"/>
                  </a:cubicBezTo>
                  <a:close/>
                  <a:moveTo>
                    <a:pt x="10924" y="1381"/>
                  </a:moveTo>
                  <a:cubicBezTo>
                    <a:pt x="11095" y="1381"/>
                    <a:pt x="11272" y="1408"/>
                    <a:pt x="11453" y="1466"/>
                  </a:cubicBezTo>
                  <a:cubicBezTo>
                    <a:pt x="13158" y="2012"/>
                    <a:pt x="14221" y="3801"/>
                    <a:pt x="14542" y="5471"/>
                  </a:cubicBezTo>
                  <a:cubicBezTo>
                    <a:pt x="14768" y="6659"/>
                    <a:pt x="14666" y="7894"/>
                    <a:pt x="14442" y="9073"/>
                  </a:cubicBezTo>
                  <a:lnTo>
                    <a:pt x="14443" y="9073"/>
                  </a:lnTo>
                  <a:cubicBezTo>
                    <a:pt x="14437" y="9104"/>
                    <a:pt x="14429" y="9133"/>
                    <a:pt x="14423" y="9164"/>
                  </a:cubicBezTo>
                  <a:cubicBezTo>
                    <a:pt x="14131" y="9005"/>
                    <a:pt x="13753" y="8992"/>
                    <a:pt x="13430" y="8966"/>
                  </a:cubicBezTo>
                  <a:cubicBezTo>
                    <a:pt x="13338" y="8957"/>
                    <a:pt x="13245" y="8948"/>
                    <a:pt x="13152" y="8945"/>
                  </a:cubicBezTo>
                  <a:cubicBezTo>
                    <a:pt x="13272" y="7967"/>
                    <a:pt x="13219" y="6946"/>
                    <a:pt x="13133" y="6030"/>
                  </a:cubicBezTo>
                  <a:cubicBezTo>
                    <a:pt x="13055" y="5190"/>
                    <a:pt x="12912" y="3999"/>
                    <a:pt x="11950" y="3719"/>
                  </a:cubicBezTo>
                  <a:cubicBezTo>
                    <a:pt x="11827" y="3684"/>
                    <a:pt x="11708" y="3667"/>
                    <a:pt x="11593" y="3667"/>
                  </a:cubicBezTo>
                  <a:cubicBezTo>
                    <a:pt x="10748" y="3667"/>
                    <a:pt x="10101" y="4550"/>
                    <a:pt x="9635" y="5172"/>
                  </a:cubicBezTo>
                  <a:cubicBezTo>
                    <a:pt x="9273" y="5655"/>
                    <a:pt x="8897" y="6213"/>
                    <a:pt x="8577" y="6805"/>
                  </a:cubicBezTo>
                  <a:cubicBezTo>
                    <a:pt x="8567" y="6792"/>
                    <a:pt x="8554" y="6782"/>
                    <a:pt x="8541" y="6773"/>
                  </a:cubicBezTo>
                  <a:cubicBezTo>
                    <a:pt x="8223" y="6565"/>
                    <a:pt x="7845" y="6448"/>
                    <a:pt x="7515" y="6252"/>
                  </a:cubicBezTo>
                  <a:cubicBezTo>
                    <a:pt x="7376" y="6169"/>
                    <a:pt x="7244" y="6076"/>
                    <a:pt x="7111" y="5984"/>
                  </a:cubicBezTo>
                  <a:cubicBezTo>
                    <a:pt x="7197" y="5796"/>
                    <a:pt x="7282" y="5610"/>
                    <a:pt x="7369" y="5430"/>
                  </a:cubicBezTo>
                  <a:cubicBezTo>
                    <a:pt x="8000" y="4106"/>
                    <a:pt x="9202" y="1381"/>
                    <a:pt x="10924" y="1381"/>
                  </a:cubicBezTo>
                  <a:close/>
                  <a:moveTo>
                    <a:pt x="11510" y="4834"/>
                  </a:moveTo>
                  <a:cubicBezTo>
                    <a:pt x="11528" y="4834"/>
                    <a:pt x="11546" y="4834"/>
                    <a:pt x="11564" y="4836"/>
                  </a:cubicBezTo>
                  <a:cubicBezTo>
                    <a:pt x="12313" y="4891"/>
                    <a:pt x="12210" y="5609"/>
                    <a:pt x="12276" y="6273"/>
                  </a:cubicBezTo>
                  <a:cubicBezTo>
                    <a:pt x="12324" y="6759"/>
                    <a:pt x="12343" y="7247"/>
                    <a:pt x="12345" y="7734"/>
                  </a:cubicBezTo>
                  <a:cubicBezTo>
                    <a:pt x="12350" y="8494"/>
                    <a:pt x="12271" y="9266"/>
                    <a:pt x="12281" y="10029"/>
                  </a:cubicBezTo>
                  <a:cubicBezTo>
                    <a:pt x="11099" y="9681"/>
                    <a:pt x="9912" y="9357"/>
                    <a:pt x="8719" y="9056"/>
                  </a:cubicBezTo>
                  <a:cubicBezTo>
                    <a:pt x="9002" y="8422"/>
                    <a:pt x="9195" y="7749"/>
                    <a:pt x="9521" y="7128"/>
                  </a:cubicBezTo>
                  <a:cubicBezTo>
                    <a:pt x="9905" y="6393"/>
                    <a:pt x="10632" y="4834"/>
                    <a:pt x="11510" y="4834"/>
                  </a:cubicBezTo>
                  <a:close/>
                  <a:moveTo>
                    <a:pt x="13049" y="9571"/>
                  </a:moveTo>
                  <a:cubicBezTo>
                    <a:pt x="13152" y="9579"/>
                    <a:pt x="13257" y="9584"/>
                    <a:pt x="13362" y="9597"/>
                  </a:cubicBezTo>
                  <a:cubicBezTo>
                    <a:pt x="13658" y="9632"/>
                    <a:pt x="13964" y="9744"/>
                    <a:pt x="14262" y="9744"/>
                  </a:cubicBezTo>
                  <a:cubicBezTo>
                    <a:pt x="14270" y="9744"/>
                    <a:pt x="14278" y="9744"/>
                    <a:pt x="14286" y="9744"/>
                  </a:cubicBezTo>
                  <a:lnTo>
                    <a:pt x="14286" y="9744"/>
                  </a:lnTo>
                  <a:cubicBezTo>
                    <a:pt x="14214" y="10030"/>
                    <a:pt x="14148" y="10305"/>
                    <a:pt x="14130" y="10588"/>
                  </a:cubicBezTo>
                  <a:cubicBezTo>
                    <a:pt x="13714" y="10459"/>
                    <a:pt x="13297" y="10336"/>
                    <a:pt x="12880" y="10211"/>
                  </a:cubicBezTo>
                  <a:cubicBezTo>
                    <a:pt x="12949" y="10000"/>
                    <a:pt x="13005" y="9787"/>
                    <a:pt x="13049" y="9571"/>
                  </a:cubicBezTo>
                  <a:close/>
                  <a:moveTo>
                    <a:pt x="4124" y="9464"/>
                  </a:moveTo>
                  <a:cubicBezTo>
                    <a:pt x="8147" y="10534"/>
                    <a:pt x="12166" y="11573"/>
                    <a:pt x="16127" y="12855"/>
                  </a:cubicBezTo>
                  <a:cubicBezTo>
                    <a:pt x="15352" y="16908"/>
                    <a:pt x="14605" y="20966"/>
                    <a:pt x="13836" y="25021"/>
                  </a:cubicBezTo>
                  <a:cubicBezTo>
                    <a:pt x="11974" y="24266"/>
                    <a:pt x="10075" y="23606"/>
                    <a:pt x="8135" y="23078"/>
                  </a:cubicBezTo>
                  <a:cubicBezTo>
                    <a:pt x="7122" y="22803"/>
                    <a:pt x="6103" y="22559"/>
                    <a:pt x="5075" y="22348"/>
                  </a:cubicBezTo>
                  <a:cubicBezTo>
                    <a:pt x="4562" y="22242"/>
                    <a:pt x="4047" y="22145"/>
                    <a:pt x="3530" y="22056"/>
                  </a:cubicBezTo>
                  <a:cubicBezTo>
                    <a:pt x="3131" y="21987"/>
                    <a:pt x="2146" y="22018"/>
                    <a:pt x="1827" y="21787"/>
                  </a:cubicBezTo>
                  <a:cubicBezTo>
                    <a:pt x="1360" y="21449"/>
                    <a:pt x="2095" y="18934"/>
                    <a:pt x="2213" y="18335"/>
                  </a:cubicBezTo>
                  <a:cubicBezTo>
                    <a:pt x="2423" y="17265"/>
                    <a:pt x="2644" y="16196"/>
                    <a:pt x="2873" y="15129"/>
                  </a:cubicBezTo>
                  <a:cubicBezTo>
                    <a:pt x="3265" y="13302"/>
                    <a:pt x="3922" y="11355"/>
                    <a:pt x="4124" y="9464"/>
                  </a:cubicBezTo>
                  <a:close/>
                  <a:moveTo>
                    <a:pt x="10861" y="1"/>
                  </a:moveTo>
                  <a:cubicBezTo>
                    <a:pt x="9551" y="1"/>
                    <a:pt x="8559" y="898"/>
                    <a:pt x="7699" y="2155"/>
                  </a:cubicBezTo>
                  <a:cubicBezTo>
                    <a:pt x="6598" y="3766"/>
                    <a:pt x="5152" y="6156"/>
                    <a:pt x="5078" y="8227"/>
                  </a:cubicBezTo>
                  <a:cubicBezTo>
                    <a:pt x="4766" y="8165"/>
                    <a:pt x="4457" y="8099"/>
                    <a:pt x="4145" y="8042"/>
                  </a:cubicBezTo>
                  <a:cubicBezTo>
                    <a:pt x="4094" y="8033"/>
                    <a:pt x="4045" y="8028"/>
                    <a:pt x="3998" y="8028"/>
                  </a:cubicBezTo>
                  <a:cubicBezTo>
                    <a:pt x="3848" y="8028"/>
                    <a:pt x="3716" y="8074"/>
                    <a:pt x="3608" y="8147"/>
                  </a:cubicBezTo>
                  <a:cubicBezTo>
                    <a:pt x="3490" y="8170"/>
                    <a:pt x="3391" y="8247"/>
                    <a:pt x="3337" y="8353"/>
                  </a:cubicBezTo>
                  <a:cubicBezTo>
                    <a:pt x="2199" y="10572"/>
                    <a:pt x="1869" y="13406"/>
                    <a:pt x="1350" y="15839"/>
                  </a:cubicBezTo>
                  <a:cubicBezTo>
                    <a:pt x="1047" y="17261"/>
                    <a:pt x="760" y="18687"/>
                    <a:pt x="491" y="20116"/>
                  </a:cubicBezTo>
                  <a:cubicBezTo>
                    <a:pt x="359" y="20818"/>
                    <a:pt x="0" y="21796"/>
                    <a:pt x="415" y="22470"/>
                  </a:cubicBezTo>
                  <a:cubicBezTo>
                    <a:pt x="784" y="23070"/>
                    <a:pt x="1508" y="23116"/>
                    <a:pt x="2129" y="23216"/>
                  </a:cubicBezTo>
                  <a:cubicBezTo>
                    <a:pt x="3510" y="23438"/>
                    <a:pt x="4881" y="23703"/>
                    <a:pt x="6240" y="24033"/>
                  </a:cubicBezTo>
                  <a:cubicBezTo>
                    <a:pt x="8898" y="24682"/>
                    <a:pt x="11499" y="25547"/>
                    <a:pt x="14015" y="26621"/>
                  </a:cubicBezTo>
                  <a:cubicBezTo>
                    <a:pt x="14129" y="26670"/>
                    <a:pt x="14259" y="26696"/>
                    <a:pt x="14388" y="26696"/>
                  </a:cubicBezTo>
                  <a:cubicBezTo>
                    <a:pt x="14695" y="26696"/>
                    <a:pt x="14995" y="26547"/>
                    <a:pt x="15064" y="26194"/>
                  </a:cubicBezTo>
                  <a:cubicBezTo>
                    <a:pt x="15951" y="21638"/>
                    <a:pt x="16873" y="17092"/>
                    <a:pt x="17756" y="12534"/>
                  </a:cubicBezTo>
                  <a:cubicBezTo>
                    <a:pt x="17837" y="12108"/>
                    <a:pt x="17638" y="11724"/>
                    <a:pt x="17216" y="11584"/>
                  </a:cubicBezTo>
                  <a:cubicBezTo>
                    <a:pt x="16602" y="11380"/>
                    <a:pt x="15987" y="11180"/>
                    <a:pt x="15370" y="10982"/>
                  </a:cubicBezTo>
                  <a:cubicBezTo>
                    <a:pt x="15805" y="10220"/>
                    <a:pt x="15870" y="9202"/>
                    <a:pt x="15974" y="8360"/>
                  </a:cubicBezTo>
                  <a:cubicBezTo>
                    <a:pt x="16116" y="7209"/>
                    <a:pt x="16106" y="6036"/>
                    <a:pt x="15847" y="4901"/>
                  </a:cubicBezTo>
                  <a:cubicBezTo>
                    <a:pt x="15407" y="2968"/>
                    <a:pt x="14140" y="1106"/>
                    <a:pt x="12273" y="315"/>
                  </a:cubicBezTo>
                  <a:cubicBezTo>
                    <a:pt x="11763" y="99"/>
                    <a:pt x="11295" y="1"/>
                    <a:pt x="10861" y="1"/>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24;p50"/>
            <p:cNvSpPr/>
            <p:nvPr/>
          </p:nvSpPr>
          <p:spPr>
            <a:xfrm>
              <a:off x="5962500" y="1814125"/>
              <a:ext cx="141525" cy="220925"/>
            </a:xfrm>
            <a:custGeom>
              <a:avLst/>
              <a:gdLst/>
              <a:ahLst/>
              <a:cxnLst/>
              <a:rect l="l" t="t" r="r" b="b"/>
              <a:pathLst>
                <a:path w="5661" h="8837" extrusionOk="0">
                  <a:moveTo>
                    <a:pt x="3299" y="0"/>
                  </a:moveTo>
                  <a:cubicBezTo>
                    <a:pt x="2478" y="0"/>
                    <a:pt x="1655" y="432"/>
                    <a:pt x="1273" y="1180"/>
                  </a:cubicBezTo>
                  <a:cubicBezTo>
                    <a:pt x="787" y="2132"/>
                    <a:pt x="964" y="3489"/>
                    <a:pt x="1748" y="4247"/>
                  </a:cubicBezTo>
                  <a:cubicBezTo>
                    <a:pt x="1701" y="4380"/>
                    <a:pt x="1653" y="4515"/>
                    <a:pt x="1608" y="4650"/>
                  </a:cubicBezTo>
                  <a:cubicBezTo>
                    <a:pt x="982" y="5511"/>
                    <a:pt x="471" y="6513"/>
                    <a:pt x="96" y="7452"/>
                  </a:cubicBezTo>
                  <a:cubicBezTo>
                    <a:pt x="1" y="7690"/>
                    <a:pt x="158" y="8008"/>
                    <a:pt x="370" y="8125"/>
                  </a:cubicBezTo>
                  <a:cubicBezTo>
                    <a:pt x="833" y="8384"/>
                    <a:pt x="1691" y="8836"/>
                    <a:pt x="2393" y="8836"/>
                  </a:cubicBezTo>
                  <a:cubicBezTo>
                    <a:pt x="2778" y="8836"/>
                    <a:pt x="3116" y="8701"/>
                    <a:pt x="3318" y="8323"/>
                  </a:cubicBezTo>
                  <a:cubicBezTo>
                    <a:pt x="3580" y="7833"/>
                    <a:pt x="3398" y="7129"/>
                    <a:pt x="3350" y="6610"/>
                  </a:cubicBezTo>
                  <a:cubicBezTo>
                    <a:pt x="3293" y="6005"/>
                    <a:pt x="3228" y="5401"/>
                    <a:pt x="3164" y="4797"/>
                  </a:cubicBezTo>
                  <a:cubicBezTo>
                    <a:pt x="3768" y="4744"/>
                    <a:pt x="4267" y="4322"/>
                    <a:pt x="4591" y="3759"/>
                  </a:cubicBezTo>
                  <a:cubicBezTo>
                    <a:pt x="5660" y="2813"/>
                    <a:pt x="5627" y="609"/>
                    <a:pt x="3955" y="97"/>
                  </a:cubicBezTo>
                  <a:cubicBezTo>
                    <a:pt x="3742" y="32"/>
                    <a:pt x="3521" y="0"/>
                    <a:pt x="3299" y="0"/>
                  </a:cubicBezTo>
                  <a:close/>
                </a:path>
              </a:pathLst>
            </a:custGeom>
            <a:solidFill>
              <a:srgbClr val="414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042329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down)">
                                      <p:cBhvr>
                                        <p:cTn id="7" dur="362">
                                          <p:stCondLst>
                                            <p:cond delay="0"/>
                                          </p:stCondLst>
                                        </p:cTn>
                                        <p:tgtEl>
                                          <p:spTgt spid="210"/>
                                        </p:tgtEl>
                                      </p:cBhvr>
                                    </p:animEffect>
                                    <p:anim calcmode="lin" valueType="num">
                                      <p:cBhvr>
                                        <p:cTn id="8" dur="1139" tmFilter="0,0; 0.14,0.36; 0.43,0.73; 0.71,0.91; 1.0,1.0">
                                          <p:stCondLst>
                                            <p:cond delay="0"/>
                                          </p:stCondLst>
                                        </p:cTn>
                                        <p:tgtEl>
                                          <p:spTgt spid="210"/>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210"/>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210"/>
                                        </p:tgtEl>
                                        <p:attrNameLst>
                                          <p:attrName>ppt_y</p:attrName>
                                        </p:attrNameLst>
                                      </p:cBhvr>
                                      <p:tavLst>
                                        <p:tav tm="0" fmla="#ppt_y-sin(pi*$)/9">
                                          <p:val>
                                            <p:fltVal val="0"/>
                                          </p:val>
                                        </p:tav>
                                        <p:tav tm="100000">
                                          <p:val>
                                            <p:fltVal val="1"/>
                                          </p:val>
                                        </p:tav>
                                      </p:tavLst>
                                    </p:anim>
                                    <p:anim calcmode="lin" valueType="num">
                                      <p:cBhvr>
                                        <p:cTn id="11" dur="207" tmFilter="0, 0; 0.125,0.2665; 0.25,0.4; 0.375,0.465; 0.5,0.5;  0.625,0.535; 0.75,0.6; 0.875,0.7335; 1,1">
                                          <p:stCondLst>
                                            <p:cond delay="828"/>
                                          </p:stCondLst>
                                        </p:cTn>
                                        <p:tgtEl>
                                          <p:spTgt spid="210"/>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210"/>
                                        </p:tgtEl>
                                        <p:attrNameLst>
                                          <p:attrName>ppt_y</p:attrName>
                                        </p:attrNameLst>
                                      </p:cBhvr>
                                      <p:tavLst>
                                        <p:tav tm="0" fmla="#ppt_y-sin(pi*$)/81">
                                          <p:val>
                                            <p:fltVal val="0"/>
                                          </p:val>
                                        </p:tav>
                                        <p:tav tm="100000">
                                          <p:val>
                                            <p:fltVal val="1"/>
                                          </p:val>
                                        </p:tav>
                                      </p:tavLst>
                                    </p:anim>
                                    <p:animScale>
                                      <p:cBhvr>
                                        <p:cTn id="13" dur="16">
                                          <p:stCondLst>
                                            <p:cond delay="406"/>
                                          </p:stCondLst>
                                        </p:cTn>
                                        <p:tgtEl>
                                          <p:spTgt spid="210"/>
                                        </p:tgtEl>
                                      </p:cBhvr>
                                      <p:to x="100000" y="60000"/>
                                    </p:animScale>
                                    <p:animScale>
                                      <p:cBhvr>
                                        <p:cTn id="14" dur="104" decel="50000">
                                          <p:stCondLst>
                                            <p:cond delay="423"/>
                                          </p:stCondLst>
                                        </p:cTn>
                                        <p:tgtEl>
                                          <p:spTgt spid="210"/>
                                        </p:tgtEl>
                                      </p:cBhvr>
                                      <p:to x="100000" y="100000"/>
                                    </p:animScale>
                                    <p:animScale>
                                      <p:cBhvr>
                                        <p:cTn id="15" dur="16">
                                          <p:stCondLst>
                                            <p:cond delay="820"/>
                                          </p:stCondLst>
                                        </p:cTn>
                                        <p:tgtEl>
                                          <p:spTgt spid="210"/>
                                        </p:tgtEl>
                                      </p:cBhvr>
                                      <p:to x="100000" y="80000"/>
                                    </p:animScale>
                                    <p:animScale>
                                      <p:cBhvr>
                                        <p:cTn id="16" dur="104" decel="50000">
                                          <p:stCondLst>
                                            <p:cond delay="836"/>
                                          </p:stCondLst>
                                        </p:cTn>
                                        <p:tgtEl>
                                          <p:spTgt spid="210"/>
                                        </p:tgtEl>
                                      </p:cBhvr>
                                      <p:to x="100000" y="100000"/>
                                    </p:animScale>
                                    <p:animScale>
                                      <p:cBhvr>
                                        <p:cTn id="17" dur="16">
                                          <p:stCondLst>
                                            <p:cond delay="1026"/>
                                          </p:stCondLst>
                                        </p:cTn>
                                        <p:tgtEl>
                                          <p:spTgt spid="210"/>
                                        </p:tgtEl>
                                      </p:cBhvr>
                                      <p:to x="100000" y="90000"/>
                                    </p:animScale>
                                    <p:animScale>
                                      <p:cBhvr>
                                        <p:cTn id="18" dur="104" decel="50000">
                                          <p:stCondLst>
                                            <p:cond delay="1042"/>
                                          </p:stCondLst>
                                        </p:cTn>
                                        <p:tgtEl>
                                          <p:spTgt spid="210"/>
                                        </p:tgtEl>
                                      </p:cBhvr>
                                      <p:to x="100000" y="100000"/>
                                    </p:animScale>
                                    <p:animScale>
                                      <p:cBhvr>
                                        <p:cTn id="19" dur="16">
                                          <p:stCondLst>
                                            <p:cond delay="1130"/>
                                          </p:stCondLst>
                                        </p:cTn>
                                        <p:tgtEl>
                                          <p:spTgt spid="210"/>
                                        </p:tgtEl>
                                      </p:cBhvr>
                                      <p:to x="100000" y="95000"/>
                                    </p:animScale>
                                    <p:animScale>
                                      <p:cBhvr>
                                        <p:cTn id="20" dur="104" decel="50000">
                                          <p:stCondLst>
                                            <p:cond delay="1146"/>
                                          </p:stCondLst>
                                        </p:cTn>
                                        <p:tgtEl>
                                          <p:spTgt spid="210"/>
                                        </p:tgtEl>
                                      </p:cBhvr>
                                      <p:to x="100000" y="100000"/>
                                    </p:animScale>
                                  </p:childTnLst>
                                </p:cTn>
                              </p:par>
                              <p:par>
                                <p:cTn id="21" presetID="14" presetClass="entr" presetSubtype="10" fill="hold" grpId="0" nodeType="withEffect">
                                  <p:stCondLst>
                                    <p:cond delay="0"/>
                                  </p:stCondLst>
                                  <p:childTnLst>
                                    <p:set>
                                      <p:cBhvr>
                                        <p:cTn id="22" dur="1" fill="hold">
                                          <p:stCondLst>
                                            <p:cond delay="0"/>
                                          </p:stCondLst>
                                        </p:cTn>
                                        <p:tgtEl>
                                          <p:spTgt spid="214"/>
                                        </p:tgtEl>
                                        <p:attrNameLst>
                                          <p:attrName>style.visibility</p:attrName>
                                        </p:attrNameLst>
                                      </p:cBhvr>
                                      <p:to>
                                        <p:strVal val="visible"/>
                                      </p:to>
                                    </p:set>
                                    <p:animEffect transition="in" filter="randombar(horizontal)">
                                      <p:cBhvr>
                                        <p:cTn id="23" dur="1250"/>
                                        <p:tgtEl>
                                          <p:spTgt spid="214"/>
                                        </p:tgtEl>
                                      </p:cBhvr>
                                    </p:animEffect>
                                  </p:childTnLst>
                                </p:cTn>
                              </p:par>
                              <p:par>
                                <p:cTn id="24" presetID="42"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750"/>
                                        <p:tgtEl>
                                          <p:spTgt spid="12"/>
                                        </p:tgtEl>
                                      </p:cBhvr>
                                    </p:animEffect>
                                    <p:anim calcmode="lin" valueType="num">
                                      <p:cBhvr>
                                        <p:cTn id="27" dur="750" fill="hold"/>
                                        <p:tgtEl>
                                          <p:spTgt spid="12"/>
                                        </p:tgtEl>
                                        <p:attrNameLst>
                                          <p:attrName>ppt_x</p:attrName>
                                        </p:attrNameLst>
                                      </p:cBhvr>
                                      <p:tavLst>
                                        <p:tav tm="0">
                                          <p:val>
                                            <p:strVal val="#ppt_x"/>
                                          </p:val>
                                        </p:tav>
                                        <p:tav tm="100000">
                                          <p:val>
                                            <p:strVal val="#ppt_x"/>
                                          </p:val>
                                        </p:tav>
                                      </p:tavLst>
                                    </p:anim>
                                    <p:anim calcmode="lin" valueType="num">
                                      <p:cBhvr>
                                        <p:cTn id="28" dur="7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p:bldP spid="2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1"/>
          <p:cNvSpPr txBox="1">
            <a:spLocks noGrp="1"/>
          </p:cNvSpPr>
          <p:nvPr>
            <p:ph type="title"/>
          </p:nvPr>
        </p:nvSpPr>
        <p:spPr>
          <a:xfrm>
            <a:off x="2699244" y="579202"/>
            <a:ext cx="3219925" cy="65128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2400" dirty="0" smtClean="0"/>
              <a:t>Cài đặt công cụ &amp; Cách sử dụng</a:t>
            </a:r>
            <a:endParaRPr sz="2400" dirty="0"/>
          </a:p>
        </p:txBody>
      </p:sp>
      <p:sp>
        <p:nvSpPr>
          <p:cNvPr id="389" name="Google Shape;389;p41"/>
          <p:cNvSpPr txBox="1">
            <a:spLocks noGrp="1"/>
          </p:cNvSpPr>
          <p:nvPr>
            <p:ph type="body" idx="1"/>
          </p:nvPr>
        </p:nvSpPr>
        <p:spPr>
          <a:xfrm>
            <a:off x="2778639" y="1562153"/>
            <a:ext cx="3912784" cy="858437"/>
          </a:xfrm>
          <a:prstGeom prst="rect">
            <a:avLst/>
          </a:prstGeom>
        </p:spPr>
        <p:txBody>
          <a:bodyPr spcFirstLastPara="1" wrap="square" lIns="91425" tIns="91425" rIns="91425" bIns="91425" anchor="t" anchorCtr="0">
            <a:noAutofit/>
          </a:bodyPr>
          <a:lstStyle/>
          <a:p>
            <a:pPr marL="285750" lvl="0" indent="-285750" algn="l" rtl="0">
              <a:spcBef>
                <a:spcPts val="0"/>
              </a:spcBef>
              <a:spcAft>
                <a:spcPts val="1600"/>
              </a:spcAft>
              <a:buFontTx/>
              <a:buChar char="-"/>
            </a:pPr>
            <a:r>
              <a:rPr lang="vi-VN" sz="1400" dirty="0" smtClean="0"/>
              <a:t>Link download:</a:t>
            </a:r>
          </a:p>
          <a:p>
            <a:pPr marL="0" lvl="0" indent="0" algn="l">
              <a:spcAft>
                <a:spcPts val="1600"/>
              </a:spcAft>
              <a:buNone/>
            </a:pPr>
            <a:r>
              <a:rPr lang="en-US" sz="1400" u="sng" dirty="0">
                <a:hlinkClick r:id="rId3"/>
              </a:rPr>
              <a:t>https://download.com.vn/jira-99174</a:t>
            </a:r>
            <a:endParaRPr sz="1400" dirty="0"/>
          </a:p>
        </p:txBody>
      </p:sp>
      <p:pic>
        <p:nvPicPr>
          <p:cNvPr id="391" name="Google Shape;391;p41"/>
          <p:cNvPicPr preferRelativeResize="0"/>
          <p:nvPr/>
        </p:nvPicPr>
        <p:blipFill>
          <a:blip r:embed="rId4">
            <a:alphaModFix/>
          </a:blip>
          <a:stretch>
            <a:fillRect/>
          </a:stretch>
        </p:blipFill>
        <p:spPr>
          <a:xfrm>
            <a:off x="2928241" y="1297083"/>
            <a:ext cx="2995280" cy="198475"/>
          </a:xfrm>
          <a:prstGeom prst="rect">
            <a:avLst/>
          </a:prstGeom>
          <a:noFill/>
          <a:ln>
            <a:noFill/>
          </a:ln>
        </p:spPr>
      </p:pic>
      <p:sp>
        <p:nvSpPr>
          <p:cNvPr id="12" name="Google Shape;389;p41"/>
          <p:cNvSpPr txBox="1">
            <a:spLocks/>
          </p:cNvSpPr>
          <p:nvPr/>
        </p:nvSpPr>
        <p:spPr>
          <a:xfrm>
            <a:off x="2750285" y="2420590"/>
            <a:ext cx="3834812" cy="10751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285750" indent="-285750" algn="l">
              <a:spcAft>
                <a:spcPts val="1600"/>
              </a:spcAft>
              <a:buFontTx/>
              <a:buChar char="-"/>
            </a:pPr>
            <a:r>
              <a:rPr lang="vi-VN" sz="1400" dirty="0" smtClean="0"/>
              <a:t>Video hướng dẫn download:</a:t>
            </a:r>
          </a:p>
          <a:p>
            <a:pPr marL="0" indent="0" algn="l">
              <a:spcAft>
                <a:spcPts val="1600"/>
              </a:spcAft>
              <a:buNone/>
            </a:pPr>
            <a:r>
              <a:rPr lang="vi-VN" sz="1400" u="sng" dirty="0">
                <a:hlinkClick r:id="rId5"/>
              </a:rPr>
              <a:t>https://www.youtube.com/watch?v=KSPItqRYvQY</a:t>
            </a:r>
            <a:endParaRPr lang="vi-VN" sz="1400" dirty="0"/>
          </a:p>
        </p:txBody>
      </p:sp>
      <p:sp>
        <p:nvSpPr>
          <p:cNvPr id="13" name="Google Shape;389;p41"/>
          <p:cNvSpPr txBox="1">
            <a:spLocks/>
          </p:cNvSpPr>
          <p:nvPr/>
        </p:nvSpPr>
        <p:spPr>
          <a:xfrm>
            <a:off x="2778639" y="3495733"/>
            <a:ext cx="3806458" cy="10751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285750" indent="-285750" algn="l">
              <a:spcAft>
                <a:spcPts val="1600"/>
              </a:spcAft>
              <a:buFontTx/>
              <a:buChar char="-"/>
            </a:pPr>
            <a:r>
              <a:rPr lang="vi-VN" sz="1400" dirty="0" smtClean="0"/>
              <a:t>Video hướng dẫn cách dùng:</a:t>
            </a:r>
          </a:p>
          <a:p>
            <a:pPr marL="0" indent="0" algn="l">
              <a:spcAft>
                <a:spcPts val="1600"/>
              </a:spcAft>
              <a:buNone/>
            </a:pPr>
            <a:r>
              <a:rPr lang="vi-VN" sz="1400" u="sng" dirty="0">
                <a:hlinkClick r:id="rId6"/>
              </a:rPr>
              <a:t>https://www.youtube.com/watch?v=GWxMTvRGIpc&amp;t=134s</a:t>
            </a:r>
            <a:endParaRPr lang="vi-VN" sz="1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88"/>
                                        </p:tgtEl>
                                        <p:attrNameLst>
                                          <p:attrName>style.visibility</p:attrName>
                                        </p:attrNameLst>
                                      </p:cBhvr>
                                      <p:to>
                                        <p:strVal val="visible"/>
                                      </p:to>
                                    </p:set>
                                    <p:animEffect transition="in" filter="wipe(down)">
                                      <p:cBhvr>
                                        <p:cTn id="7" dur="580">
                                          <p:stCondLst>
                                            <p:cond delay="0"/>
                                          </p:stCondLst>
                                        </p:cTn>
                                        <p:tgtEl>
                                          <p:spTgt spid="388"/>
                                        </p:tgtEl>
                                      </p:cBhvr>
                                    </p:animEffect>
                                    <p:anim calcmode="lin" valueType="num">
                                      <p:cBhvr>
                                        <p:cTn id="8" dur="1822" tmFilter="0,0; 0.14,0.36; 0.43,0.73; 0.71,0.91; 1.0,1.0">
                                          <p:stCondLst>
                                            <p:cond delay="0"/>
                                          </p:stCondLst>
                                        </p:cTn>
                                        <p:tgtEl>
                                          <p:spTgt spid="38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8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8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8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88"/>
                                        </p:tgtEl>
                                        <p:attrNameLst>
                                          <p:attrName>ppt_y</p:attrName>
                                        </p:attrNameLst>
                                      </p:cBhvr>
                                      <p:tavLst>
                                        <p:tav tm="0" fmla="#ppt_y-sin(pi*$)/81">
                                          <p:val>
                                            <p:fltVal val="0"/>
                                          </p:val>
                                        </p:tav>
                                        <p:tav tm="100000">
                                          <p:val>
                                            <p:fltVal val="1"/>
                                          </p:val>
                                        </p:tav>
                                      </p:tavLst>
                                    </p:anim>
                                    <p:animScale>
                                      <p:cBhvr>
                                        <p:cTn id="13" dur="26">
                                          <p:stCondLst>
                                            <p:cond delay="650"/>
                                          </p:stCondLst>
                                        </p:cTn>
                                        <p:tgtEl>
                                          <p:spTgt spid="388"/>
                                        </p:tgtEl>
                                      </p:cBhvr>
                                      <p:to x="100000" y="60000"/>
                                    </p:animScale>
                                    <p:animScale>
                                      <p:cBhvr>
                                        <p:cTn id="14" dur="166" decel="50000">
                                          <p:stCondLst>
                                            <p:cond delay="676"/>
                                          </p:stCondLst>
                                        </p:cTn>
                                        <p:tgtEl>
                                          <p:spTgt spid="388"/>
                                        </p:tgtEl>
                                      </p:cBhvr>
                                      <p:to x="100000" y="100000"/>
                                    </p:animScale>
                                    <p:animScale>
                                      <p:cBhvr>
                                        <p:cTn id="15" dur="26">
                                          <p:stCondLst>
                                            <p:cond delay="1312"/>
                                          </p:stCondLst>
                                        </p:cTn>
                                        <p:tgtEl>
                                          <p:spTgt spid="388"/>
                                        </p:tgtEl>
                                      </p:cBhvr>
                                      <p:to x="100000" y="80000"/>
                                    </p:animScale>
                                    <p:animScale>
                                      <p:cBhvr>
                                        <p:cTn id="16" dur="166" decel="50000">
                                          <p:stCondLst>
                                            <p:cond delay="1338"/>
                                          </p:stCondLst>
                                        </p:cTn>
                                        <p:tgtEl>
                                          <p:spTgt spid="388"/>
                                        </p:tgtEl>
                                      </p:cBhvr>
                                      <p:to x="100000" y="100000"/>
                                    </p:animScale>
                                    <p:animScale>
                                      <p:cBhvr>
                                        <p:cTn id="17" dur="26">
                                          <p:stCondLst>
                                            <p:cond delay="1642"/>
                                          </p:stCondLst>
                                        </p:cTn>
                                        <p:tgtEl>
                                          <p:spTgt spid="388"/>
                                        </p:tgtEl>
                                      </p:cBhvr>
                                      <p:to x="100000" y="90000"/>
                                    </p:animScale>
                                    <p:animScale>
                                      <p:cBhvr>
                                        <p:cTn id="18" dur="166" decel="50000">
                                          <p:stCondLst>
                                            <p:cond delay="1668"/>
                                          </p:stCondLst>
                                        </p:cTn>
                                        <p:tgtEl>
                                          <p:spTgt spid="388"/>
                                        </p:tgtEl>
                                      </p:cBhvr>
                                      <p:to x="100000" y="100000"/>
                                    </p:animScale>
                                    <p:animScale>
                                      <p:cBhvr>
                                        <p:cTn id="19" dur="26">
                                          <p:stCondLst>
                                            <p:cond delay="1808"/>
                                          </p:stCondLst>
                                        </p:cTn>
                                        <p:tgtEl>
                                          <p:spTgt spid="388"/>
                                        </p:tgtEl>
                                      </p:cBhvr>
                                      <p:to x="100000" y="95000"/>
                                    </p:animScale>
                                    <p:animScale>
                                      <p:cBhvr>
                                        <p:cTn id="20" dur="166" decel="50000">
                                          <p:stCondLst>
                                            <p:cond delay="1834"/>
                                          </p:stCondLst>
                                        </p:cTn>
                                        <p:tgtEl>
                                          <p:spTgt spid="388"/>
                                        </p:tgtEl>
                                      </p:cBhvr>
                                      <p:to x="100000" y="100000"/>
                                    </p:animScale>
                                  </p:childTnLst>
                                </p:cTn>
                              </p:par>
                              <p:par>
                                <p:cTn id="21" presetID="6" presetClass="entr" presetSubtype="16" fill="hold" nodeType="withEffect">
                                  <p:stCondLst>
                                    <p:cond delay="0"/>
                                  </p:stCondLst>
                                  <p:childTnLst>
                                    <p:set>
                                      <p:cBhvr>
                                        <p:cTn id="22" dur="1" fill="hold">
                                          <p:stCondLst>
                                            <p:cond delay="0"/>
                                          </p:stCondLst>
                                        </p:cTn>
                                        <p:tgtEl>
                                          <p:spTgt spid="391"/>
                                        </p:tgtEl>
                                        <p:attrNameLst>
                                          <p:attrName>style.visibility</p:attrName>
                                        </p:attrNameLst>
                                      </p:cBhvr>
                                      <p:to>
                                        <p:strVal val="visible"/>
                                      </p:to>
                                    </p:set>
                                    <p:animEffect transition="in" filter="circle(in)">
                                      <p:cBhvr>
                                        <p:cTn id="23" dur="250"/>
                                        <p:tgtEl>
                                          <p:spTgt spid="391"/>
                                        </p:tgtEl>
                                      </p:cBhvr>
                                    </p:animEffect>
                                  </p:childTnLst>
                                </p:cTn>
                              </p:par>
                              <p:par>
                                <p:cTn id="24" presetID="16" presetClass="entr" presetSubtype="21" fill="hold" grpId="0" nodeType="withEffect">
                                  <p:stCondLst>
                                    <p:cond delay="1250"/>
                                  </p:stCondLst>
                                  <p:childTnLst>
                                    <p:set>
                                      <p:cBhvr>
                                        <p:cTn id="25" dur="1" fill="hold">
                                          <p:stCondLst>
                                            <p:cond delay="0"/>
                                          </p:stCondLst>
                                        </p:cTn>
                                        <p:tgtEl>
                                          <p:spTgt spid="389">
                                            <p:txEl>
                                              <p:pRg st="0" end="0"/>
                                            </p:txEl>
                                          </p:spTgt>
                                        </p:tgtEl>
                                        <p:attrNameLst>
                                          <p:attrName>style.visibility</p:attrName>
                                        </p:attrNameLst>
                                      </p:cBhvr>
                                      <p:to>
                                        <p:strVal val="visible"/>
                                      </p:to>
                                    </p:set>
                                    <p:animEffect transition="in" filter="barn(inVertical)">
                                      <p:cBhvr>
                                        <p:cTn id="26" dur="1000"/>
                                        <p:tgtEl>
                                          <p:spTgt spid="389">
                                            <p:txEl>
                                              <p:pRg st="0" end="0"/>
                                            </p:txEl>
                                          </p:spTgt>
                                        </p:tgtEl>
                                      </p:cBhvr>
                                    </p:animEffect>
                                  </p:childTnLst>
                                </p:cTn>
                              </p:par>
                              <p:par>
                                <p:cTn id="27" presetID="16" presetClass="entr" presetSubtype="21" fill="hold" grpId="0" nodeType="withEffect">
                                  <p:stCondLst>
                                    <p:cond delay="1250"/>
                                  </p:stCondLst>
                                  <p:childTnLst>
                                    <p:set>
                                      <p:cBhvr>
                                        <p:cTn id="28" dur="1" fill="hold">
                                          <p:stCondLst>
                                            <p:cond delay="0"/>
                                          </p:stCondLst>
                                        </p:cTn>
                                        <p:tgtEl>
                                          <p:spTgt spid="389">
                                            <p:txEl>
                                              <p:pRg st="1" end="1"/>
                                            </p:txEl>
                                          </p:spTgt>
                                        </p:tgtEl>
                                        <p:attrNameLst>
                                          <p:attrName>style.visibility</p:attrName>
                                        </p:attrNameLst>
                                      </p:cBhvr>
                                      <p:to>
                                        <p:strVal val="visible"/>
                                      </p:to>
                                    </p:set>
                                    <p:animEffect transition="in" filter="barn(inVertical)">
                                      <p:cBhvr>
                                        <p:cTn id="29" dur="1000"/>
                                        <p:tgtEl>
                                          <p:spTgt spid="389">
                                            <p:txEl>
                                              <p:pRg st="1" end="1"/>
                                            </p:txEl>
                                          </p:spTgt>
                                        </p:tgtEl>
                                      </p:cBhvr>
                                    </p:animEffect>
                                  </p:childTnLst>
                                </p:cTn>
                              </p:par>
                              <p:par>
                                <p:cTn id="30" presetID="22" presetClass="entr" presetSubtype="4" fill="hold" grpId="0" nodeType="withEffect">
                                  <p:stCondLst>
                                    <p:cond delay="125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1000"/>
                                        <p:tgtEl>
                                          <p:spTgt spid="12"/>
                                        </p:tgtEl>
                                      </p:cBhvr>
                                    </p:animEffect>
                                  </p:childTnLst>
                                </p:cTn>
                              </p:par>
                              <p:par>
                                <p:cTn id="33" presetID="22" presetClass="entr" presetSubtype="4" fill="hold" grpId="0" nodeType="withEffect">
                                  <p:stCondLst>
                                    <p:cond delay="1250"/>
                                  </p:stCondLst>
                                  <p:childTnLst>
                                    <p:set>
                                      <p:cBhvr>
                                        <p:cTn id="34" dur="1" fill="hold">
                                          <p:stCondLst>
                                            <p:cond delay="0"/>
                                          </p:stCondLst>
                                        </p:cTn>
                                        <p:tgtEl>
                                          <p:spTgt spid="13"/>
                                        </p:tgtEl>
                                        <p:attrNameLst>
                                          <p:attrName>style.visibility</p:attrName>
                                        </p:attrNameLst>
                                      </p:cBhvr>
                                      <p:to>
                                        <p:strVal val="visible"/>
                                      </p:to>
                                    </p:set>
                                    <p:animEffect transition="in" filter="wipe(down)">
                                      <p:cBhvr>
                                        <p:cTn id="3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 grpId="0"/>
      <p:bldP spid="389" grpId="0" build="p"/>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5"/>
          <p:cNvSpPr txBox="1">
            <a:spLocks noGrp="1"/>
          </p:cNvSpPr>
          <p:nvPr>
            <p:ph type="title"/>
          </p:nvPr>
        </p:nvSpPr>
        <p:spPr>
          <a:xfrm rot="21183737">
            <a:off x="539943" y="582873"/>
            <a:ext cx="3579524" cy="508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Áp dụng vào Đồ án 2:</a:t>
            </a:r>
            <a:endParaRPr dirty="0"/>
          </a:p>
        </p:txBody>
      </p:sp>
      <p:sp>
        <p:nvSpPr>
          <p:cNvPr id="443" name="Google Shape;443;p45"/>
          <p:cNvSpPr txBox="1">
            <a:spLocks noGrp="1"/>
          </p:cNvSpPr>
          <p:nvPr>
            <p:ph type="subTitle" idx="4294967295"/>
          </p:nvPr>
        </p:nvSpPr>
        <p:spPr>
          <a:xfrm>
            <a:off x="970542" y="3801149"/>
            <a:ext cx="3098676" cy="473851"/>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Roadmap của đồ án</a:t>
            </a:r>
            <a:endParaRPr sz="1400" dirty="0">
              <a:solidFill>
                <a:schemeClr val="dk2"/>
              </a:solidFill>
            </a:endParaRPr>
          </a:p>
        </p:txBody>
      </p:sp>
      <p:sp>
        <p:nvSpPr>
          <p:cNvPr id="449" name="Google Shape;449;p45"/>
          <p:cNvSpPr txBox="1">
            <a:spLocks noGrp="1"/>
          </p:cNvSpPr>
          <p:nvPr>
            <p:ph type="subTitle" idx="4294967295"/>
          </p:nvPr>
        </p:nvSpPr>
        <p:spPr>
          <a:xfrm>
            <a:off x="5833499" y="3172605"/>
            <a:ext cx="2077123" cy="41104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Backlog của đồ án</a:t>
            </a:r>
            <a:endParaRPr sz="1400" dirty="0">
              <a:solidFill>
                <a:schemeClr val="dk2"/>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148" y="1649608"/>
            <a:ext cx="3825464" cy="1934037"/>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9591" y="962111"/>
            <a:ext cx="3949410" cy="2015005"/>
          </a:xfrm>
          <a:prstGeom prst="rect">
            <a:avLst/>
          </a:prstGeom>
        </p:spPr>
      </p:pic>
    </p:spTree>
    <p:extLst>
      <p:ext uri="{BB962C8B-B14F-4D97-AF65-F5344CB8AC3E}">
        <p14:creationId xmlns:p14="http://schemas.microsoft.com/office/powerpoint/2010/main" val="12008639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441"/>
                                        </p:tgtEl>
                                        <p:attrNameLst>
                                          <p:attrName>style.visibility</p:attrName>
                                        </p:attrNameLst>
                                      </p:cBhvr>
                                      <p:to>
                                        <p:strVal val="visible"/>
                                      </p:to>
                                    </p:set>
                                    <p:animEffect transition="in" filter="fade">
                                      <p:cBhvr>
                                        <p:cTn id="7" dur="750"/>
                                        <p:tgtEl>
                                          <p:spTgt spid="441"/>
                                        </p:tgtEl>
                                      </p:cBhvr>
                                    </p:animEffect>
                                    <p:anim calcmode="lin" valueType="num">
                                      <p:cBhvr>
                                        <p:cTn id="8" dur="750" fill="hold"/>
                                        <p:tgtEl>
                                          <p:spTgt spid="441"/>
                                        </p:tgtEl>
                                        <p:attrNameLst>
                                          <p:attrName>ppt_w</p:attrName>
                                        </p:attrNameLst>
                                      </p:cBhvr>
                                      <p:tavLst>
                                        <p:tav tm="0" fmla="#ppt_w*sin(2.5*pi*$)">
                                          <p:val>
                                            <p:fltVal val="0"/>
                                          </p:val>
                                        </p:tav>
                                        <p:tav tm="100000">
                                          <p:val>
                                            <p:fltVal val="1"/>
                                          </p:val>
                                        </p:tav>
                                      </p:tavLst>
                                    </p:anim>
                                    <p:anim calcmode="lin" valueType="num">
                                      <p:cBhvr>
                                        <p:cTn id="9" dur="750" fill="hold"/>
                                        <p:tgtEl>
                                          <p:spTgt spid="441"/>
                                        </p:tgtEl>
                                        <p:attrNameLst>
                                          <p:attrName>ppt_h</p:attrName>
                                        </p:attrNameLst>
                                      </p:cBhvr>
                                      <p:tavLst>
                                        <p:tav tm="0">
                                          <p:val>
                                            <p:strVal val="#ppt_h"/>
                                          </p:val>
                                        </p:tav>
                                        <p:tav tm="100000">
                                          <p:val>
                                            <p:strVal val="#ppt_h"/>
                                          </p:val>
                                        </p:tav>
                                      </p:tavLst>
                                    </p:anim>
                                  </p:childTnLst>
                                </p:cTn>
                              </p:par>
                              <p:par>
                                <p:cTn id="10" presetID="16" presetClass="entr" presetSubtype="21" fill="hold" nodeType="withEffect">
                                  <p:stCondLst>
                                    <p:cond delay="25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1000"/>
                                        <p:tgtEl>
                                          <p:spTgt spid="2"/>
                                        </p:tgtEl>
                                      </p:cBhvr>
                                    </p:animEffect>
                                  </p:childTnLst>
                                </p:cTn>
                              </p:par>
                              <p:par>
                                <p:cTn id="13" presetID="14" presetClass="entr" presetSubtype="10" fill="hold" grpId="0" nodeType="withEffect">
                                  <p:stCondLst>
                                    <p:cond delay="250"/>
                                  </p:stCondLst>
                                  <p:childTnLst>
                                    <p:set>
                                      <p:cBhvr>
                                        <p:cTn id="14" dur="1" fill="hold">
                                          <p:stCondLst>
                                            <p:cond delay="0"/>
                                          </p:stCondLst>
                                        </p:cTn>
                                        <p:tgtEl>
                                          <p:spTgt spid="443">
                                            <p:txEl>
                                              <p:pRg st="0" end="0"/>
                                            </p:txEl>
                                          </p:spTgt>
                                        </p:tgtEl>
                                        <p:attrNameLst>
                                          <p:attrName>style.visibility</p:attrName>
                                        </p:attrNameLst>
                                      </p:cBhvr>
                                      <p:to>
                                        <p:strVal val="visible"/>
                                      </p:to>
                                    </p:set>
                                    <p:animEffect transition="in" filter="randombar(horizontal)">
                                      <p:cBhvr>
                                        <p:cTn id="15" dur="500"/>
                                        <p:tgtEl>
                                          <p:spTgt spid="443">
                                            <p:txEl>
                                              <p:pRg st="0" end="0"/>
                                            </p:txEl>
                                          </p:spTgt>
                                        </p:tgtEl>
                                      </p:cBhvr>
                                    </p:animEffect>
                                  </p:childTnLst>
                                </p:cTn>
                              </p:par>
                              <p:par>
                                <p:cTn id="16" presetID="53" presetClass="entr" presetSubtype="16" fill="hold" nodeType="withEffect">
                                  <p:stCondLst>
                                    <p:cond delay="250"/>
                                  </p:stCondLst>
                                  <p:childTnLst>
                                    <p:set>
                                      <p:cBhvr>
                                        <p:cTn id="17" dur="1" fill="hold">
                                          <p:stCondLst>
                                            <p:cond delay="0"/>
                                          </p:stCondLst>
                                        </p:cTn>
                                        <p:tgtEl>
                                          <p:spTgt spid="3"/>
                                        </p:tgtEl>
                                        <p:attrNameLst>
                                          <p:attrName>style.visibility</p:attrName>
                                        </p:attrNameLst>
                                      </p:cBhvr>
                                      <p:to>
                                        <p:strVal val="visible"/>
                                      </p:to>
                                    </p:set>
                                    <p:anim calcmode="lin" valueType="num">
                                      <p:cBhvr>
                                        <p:cTn id="18" dur="750" fill="hold"/>
                                        <p:tgtEl>
                                          <p:spTgt spid="3"/>
                                        </p:tgtEl>
                                        <p:attrNameLst>
                                          <p:attrName>ppt_w</p:attrName>
                                        </p:attrNameLst>
                                      </p:cBhvr>
                                      <p:tavLst>
                                        <p:tav tm="0">
                                          <p:val>
                                            <p:fltVal val="0"/>
                                          </p:val>
                                        </p:tav>
                                        <p:tav tm="100000">
                                          <p:val>
                                            <p:strVal val="#ppt_w"/>
                                          </p:val>
                                        </p:tav>
                                      </p:tavLst>
                                    </p:anim>
                                    <p:anim calcmode="lin" valueType="num">
                                      <p:cBhvr>
                                        <p:cTn id="19" dur="750" fill="hold"/>
                                        <p:tgtEl>
                                          <p:spTgt spid="3"/>
                                        </p:tgtEl>
                                        <p:attrNameLst>
                                          <p:attrName>ppt_h</p:attrName>
                                        </p:attrNameLst>
                                      </p:cBhvr>
                                      <p:tavLst>
                                        <p:tav tm="0">
                                          <p:val>
                                            <p:fltVal val="0"/>
                                          </p:val>
                                        </p:tav>
                                        <p:tav tm="100000">
                                          <p:val>
                                            <p:strVal val="#ppt_h"/>
                                          </p:val>
                                        </p:tav>
                                      </p:tavLst>
                                    </p:anim>
                                    <p:animEffect transition="in" filter="fade">
                                      <p:cBhvr>
                                        <p:cTn id="20" dur="750"/>
                                        <p:tgtEl>
                                          <p:spTgt spid="3"/>
                                        </p:tgtEl>
                                      </p:cBhvr>
                                    </p:animEffect>
                                  </p:childTnLst>
                                </p:cTn>
                              </p:par>
                              <p:par>
                                <p:cTn id="21" presetID="42" presetClass="entr" presetSubtype="0" fill="hold" grpId="0" nodeType="withEffect">
                                  <p:stCondLst>
                                    <p:cond delay="250"/>
                                  </p:stCondLst>
                                  <p:childTnLst>
                                    <p:set>
                                      <p:cBhvr>
                                        <p:cTn id="22" dur="1" fill="hold">
                                          <p:stCondLst>
                                            <p:cond delay="0"/>
                                          </p:stCondLst>
                                        </p:cTn>
                                        <p:tgtEl>
                                          <p:spTgt spid="449">
                                            <p:txEl>
                                              <p:pRg st="0" end="0"/>
                                            </p:txEl>
                                          </p:spTgt>
                                        </p:tgtEl>
                                        <p:attrNameLst>
                                          <p:attrName>style.visibility</p:attrName>
                                        </p:attrNameLst>
                                      </p:cBhvr>
                                      <p:to>
                                        <p:strVal val="visible"/>
                                      </p:to>
                                    </p:set>
                                    <p:animEffect transition="in" filter="fade">
                                      <p:cBhvr>
                                        <p:cTn id="23" dur="750"/>
                                        <p:tgtEl>
                                          <p:spTgt spid="449">
                                            <p:txEl>
                                              <p:pRg st="0" end="0"/>
                                            </p:txEl>
                                          </p:spTgt>
                                        </p:tgtEl>
                                      </p:cBhvr>
                                    </p:animEffect>
                                    <p:anim calcmode="lin" valueType="num">
                                      <p:cBhvr>
                                        <p:cTn id="24" dur="750" fill="hold"/>
                                        <p:tgtEl>
                                          <p:spTgt spid="449">
                                            <p:txEl>
                                              <p:pRg st="0" end="0"/>
                                            </p:txEl>
                                          </p:spTgt>
                                        </p:tgtEl>
                                        <p:attrNameLst>
                                          <p:attrName>ppt_x</p:attrName>
                                        </p:attrNameLst>
                                      </p:cBhvr>
                                      <p:tavLst>
                                        <p:tav tm="0">
                                          <p:val>
                                            <p:strVal val="#ppt_x"/>
                                          </p:val>
                                        </p:tav>
                                        <p:tav tm="100000">
                                          <p:val>
                                            <p:strVal val="#ppt_x"/>
                                          </p:val>
                                        </p:tav>
                                      </p:tavLst>
                                    </p:anim>
                                    <p:anim calcmode="lin" valueType="num">
                                      <p:cBhvr>
                                        <p:cTn id="25" dur="750" fill="hold"/>
                                        <p:tgtEl>
                                          <p:spTgt spid="44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p:bldP spid="443" grpId="0" build="p"/>
      <p:bldP spid="44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5"/>
          <p:cNvSpPr txBox="1">
            <a:spLocks noGrp="1"/>
          </p:cNvSpPr>
          <p:nvPr>
            <p:ph type="title"/>
          </p:nvPr>
        </p:nvSpPr>
        <p:spPr>
          <a:xfrm rot="21183737">
            <a:off x="539943" y="582873"/>
            <a:ext cx="3579524" cy="508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Áp dụng vào Đồ án 2:</a:t>
            </a:r>
            <a:endParaRPr dirty="0"/>
          </a:p>
        </p:txBody>
      </p:sp>
      <p:sp>
        <p:nvSpPr>
          <p:cNvPr id="443" name="Google Shape;443;p45"/>
          <p:cNvSpPr txBox="1">
            <a:spLocks noGrp="1"/>
          </p:cNvSpPr>
          <p:nvPr>
            <p:ph type="subTitle" idx="4294967295"/>
          </p:nvPr>
        </p:nvSpPr>
        <p:spPr>
          <a:xfrm>
            <a:off x="970542" y="3801149"/>
            <a:ext cx="3098676" cy="473851"/>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Dashboard của đồ án</a:t>
            </a:r>
            <a:endParaRPr sz="1400" dirty="0">
              <a:solidFill>
                <a:schemeClr val="dk2"/>
              </a:solidFill>
            </a:endParaRPr>
          </a:p>
        </p:txBody>
      </p:sp>
      <p:sp>
        <p:nvSpPr>
          <p:cNvPr id="449" name="Google Shape;449;p45"/>
          <p:cNvSpPr txBox="1">
            <a:spLocks noGrp="1"/>
          </p:cNvSpPr>
          <p:nvPr>
            <p:ph type="subTitle" idx="4294967295"/>
          </p:nvPr>
        </p:nvSpPr>
        <p:spPr>
          <a:xfrm>
            <a:off x="5798057" y="3307284"/>
            <a:ext cx="2077123" cy="41104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Sprint của đồ án</a:t>
            </a:r>
            <a:endParaRPr sz="1400" dirty="0">
              <a:solidFill>
                <a:schemeClr val="dk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905" y="1903234"/>
            <a:ext cx="3766413" cy="176145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4651" y="1228244"/>
            <a:ext cx="3731198" cy="1944361"/>
          </a:xfrm>
          <a:prstGeom prst="rect">
            <a:avLst/>
          </a:prstGeom>
        </p:spPr>
      </p:pic>
    </p:spTree>
    <p:extLst>
      <p:ext uri="{BB962C8B-B14F-4D97-AF65-F5344CB8AC3E}">
        <p14:creationId xmlns:p14="http://schemas.microsoft.com/office/powerpoint/2010/main" val="2806571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441"/>
                                        </p:tgtEl>
                                        <p:attrNameLst>
                                          <p:attrName>style.visibility</p:attrName>
                                        </p:attrNameLst>
                                      </p:cBhvr>
                                      <p:to>
                                        <p:strVal val="visible"/>
                                      </p:to>
                                    </p:set>
                                    <p:animEffect transition="in" filter="fade">
                                      <p:cBhvr>
                                        <p:cTn id="7" dur="750"/>
                                        <p:tgtEl>
                                          <p:spTgt spid="441"/>
                                        </p:tgtEl>
                                      </p:cBhvr>
                                    </p:animEffect>
                                    <p:anim calcmode="lin" valueType="num">
                                      <p:cBhvr>
                                        <p:cTn id="8" dur="750" fill="hold"/>
                                        <p:tgtEl>
                                          <p:spTgt spid="441"/>
                                        </p:tgtEl>
                                        <p:attrNameLst>
                                          <p:attrName>ppt_w</p:attrName>
                                        </p:attrNameLst>
                                      </p:cBhvr>
                                      <p:tavLst>
                                        <p:tav tm="0" fmla="#ppt_w*sin(2.5*pi*$)">
                                          <p:val>
                                            <p:fltVal val="0"/>
                                          </p:val>
                                        </p:tav>
                                        <p:tav tm="100000">
                                          <p:val>
                                            <p:fltVal val="1"/>
                                          </p:val>
                                        </p:tav>
                                      </p:tavLst>
                                    </p:anim>
                                    <p:anim calcmode="lin" valueType="num">
                                      <p:cBhvr>
                                        <p:cTn id="9" dur="750" fill="hold"/>
                                        <p:tgtEl>
                                          <p:spTgt spid="441"/>
                                        </p:tgtEl>
                                        <p:attrNameLst>
                                          <p:attrName>ppt_h</p:attrName>
                                        </p:attrNameLst>
                                      </p:cBhvr>
                                      <p:tavLst>
                                        <p:tav tm="0">
                                          <p:val>
                                            <p:strVal val="#ppt_h"/>
                                          </p:val>
                                        </p:tav>
                                        <p:tav tm="100000">
                                          <p:val>
                                            <p:strVal val="#ppt_h"/>
                                          </p:val>
                                        </p:tav>
                                      </p:tavLst>
                                    </p:anim>
                                  </p:childTnLst>
                                </p:cTn>
                              </p:par>
                              <p:par>
                                <p:cTn id="10" presetID="14" presetClass="entr" presetSubtype="10" fill="hold" grpId="0" nodeType="withEffect">
                                  <p:stCondLst>
                                    <p:cond delay="250"/>
                                  </p:stCondLst>
                                  <p:childTnLst>
                                    <p:set>
                                      <p:cBhvr>
                                        <p:cTn id="11" dur="1" fill="hold">
                                          <p:stCondLst>
                                            <p:cond delay="0"/>
                                          </p:stCondLst>
                                        </p:cTn>
                                        <p:tgtEl>
                                          <p:spTgt spid="443">
                                            <p:txEl>
                                              <p:pRg st="0" end="0"/>
                                            </p:txEl>
                                          </p:spTgt>
                                        </p:tgtEl>
                                        <p:attrNameLst>
                                          <p:attrName>style.visibility</p:attrName>
                                        </p:attrNameLst>
                                      </p:cBhvr>
                                      <p:to>
                                        <p:strVal val="visible"/>
                                      </p:to>
                                    </p:set>
                                    <p:animEffect transition="in" filter="randombar(horizontal)">
                                      <p:cBhvr>
                                        <p:cTn id="12" dur="500"/>
                                        <p:tgtEl>
                                          <p:spTgt spid="443">
                                            <p:txEl>
                                              <p:pRg st="0" end="0"/>
                                            </p:txEl>
                                          </p:spTgt>
                                        </p:tgtEl>
                                      </p:cBhvr>
                                    </p:animEffect>
                                  </p:childTnLst>
                                </p:cTn>
                              </p:par>
                              <p:par>
                                <p:cTn id="13" presetID="42" presetClass="entr" presetSubtype="0" fill="hold" grpId="0" nodeType="withEffect">
                                  <p:stCondLst>
                                    <p:cond delay="250"/>
                                  </p:stCondLst>
                                  <p:childTnLst>
                                    <p:set>
                                      <p:cBhvr>
                                        <p:cTn id="14" dur="1" fill="hold">
                                          <p:stCondLst>
                                            <p:cond delay="0"/>
                                          </p:stCondLst>
                                        </p:cTn>
                                        <p:tgtEl>
                                          <p:spTgt spid="449">
                                            <p:txEl>
                                              <p:pRg st="0" end="0"/>
                                            </p:txEl>
                                          </p:spTgt>
                                        </p:tgtEl>
                                        <p:attrNameLst>
                                          <p:attrName>style.visibility</p:attrName>
                                        </p:attrNameLst>
                                      </p:cBhvr>
                                      <p:to>
                                        <p:strVal val="visible"/>
                                      </p:to>
                                    </p:set>
                                    <p:animEffect transition="in" filter="fade">
                                      <p:cBhvr>
                                        <p:cTn id="15" dur="750"/>
                                        <p:tgtEl>
                                          <p:spTgt spid="449">
                                            <p:txEl>
                                              <p:pRg st="0" end="0"/>
                                            </p:txEl>
                                          </p:spTgt>
                                        </p:tgtEl>
                                      </p:cBhvr>
                                    </p:animEffect>
                                    <p:anim calcmode="lin" valueType="num">
                                      <p:cBhvr>
                                        <p:cTn id="16" dur="750" fill="hold"/>
                                        <p:tgtEl>
                                          <p:spTgt spid="449">
                                            <p:txEl>
                                              <p:pRg st="0" end="0"/>
                                            </p:txEl>
                                          </p:spTgt>
                                        </p:tgtEl>
                                        <p:attrNameLst>
                                          <p:attrName>ppt_x</p:attrName>
                                        </p:attrNameLst>
                                      </p:cBhvr>
                                      <p:tavLst>
                                        <p:tav tm="0">
                                          <p:val>
                                            <p:strVal val="#ppt_x"/>
                                          </p:val>
                                        </p:tav>
                                        <p:tav tm="100000">
                                          <p:val>
                                            <p:strVal val="#ppt_x"/>
                                          </p:val>
                                        </p:tav>
                                      </p:tavLst>
                                    </p:anim>
                                    <p:anim calcmode="lin" valueType="num">
                                      <p:cBhvr>
                                        <p:cTn id="17" dur="750" fill="hold"/>
                                        <p:tgtEl>
                                          <p:spTgt spid="449">
                                            <p:txEl>
                                              <p:pRg st="0" end="0"/>
                                            </p:txEl>
                                          </p:spTgt>
                                        </p:tgtEl>
                                        <p:attrNameLst>
                                          <p:attrName>ppt_y</p:attrName>
                                        </p:attrNameLst>
                                      </p:cBhvr>
                                      <p:tavLst>
                                        <p:tav tm="0">
                                          <p:val>
                                            <p:strVal val="#ppt_y+.1"/>
                                          </p:val>
                                        </p:tav>
                                        <p:tav tm="100000">
                                          <p:val>
                                            <p:strVal val="#ppt_y"/>
                                          </p:val>
                                        </p:tav>
                                      </p:tavLst>
                                    </p:anim>
                                  </p:childTnLst>
                                </p:cTn>
                              </p:par>
                              <p:par>
                                <p:cTn id="18" presetID="16" presetClass="entr" presetSubtype="21" fill="hold" nodeType="withEffect">
                                  <p:stCondLst>
                                    <p:cond delay="25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750"/>
                                        <p:tgtEl>
                                          <p:spTgt spid="4"/>
                                        </p:tgtEl>
                                      </p:cBhvr>
                                    </p:animEffect>
                                  </p:childTnLst>
                                </p:cTn>
                              </p:par>
                              <p:par>
                                <p:cTn id="21" presetID="21" presetClass="entr" presetSubtype="1" fill="hold" nodeType="withEffect">
                                  <p:stCondLst>
                                    <p:cond delay="250"/>
                                  </p:stCondLst>
                                  <p:childTnLst>
                                    <p:set>
                                      <p:cBhvr>
                                        <p:cTn id="22" dur="1" fill="hold">
                                          <p:stCondLst>
                                            <p:cond delay="0"/>
                                          </p:stCondLst>
                                        </p:cTn>
                                        <p:tgtEl>
                                          <p:spTgt spid="5"/>
                                        </p:tgtEl>
                                        <p:attrNameLst>
                                          <p:attrName>style.visibility</p:attrName>
                                        </p:attrNameLst>
                                      </p:cBhvr>
                                      <p:to>
                                        <p:strVal val="visible"/>
                                      </p:to>
                                    </p:set>
                                    <p:animEffect transition="in" filter="wheel(1)">
                                      <p:cBhvr>
                                        <p:cTn id="23"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p:bldP spid="443" grpId="0" build="p"/>
      <p:bldP spid="44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5"/>
          <p:cNvSpPr txBox="1">
            <a:spLocks noGrp="1"/>
          </p:cNvSpPr>
          <p:nvPr>
            <p:ph type="title"/>
          </p:nvPr>
        </p:nvSpPr>
        <p:spPr>
          <a:xfrm rot="21183737">
            <a:off x="539943" y="582873"/>
            <a:ext cx="3579524" cy="508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Áp dụng vào Đồ án 2:</a:t>
            </a:r>
            <a:endParaRPr dirty="0"/>
          </a:p>
        </p:txBody>
      </p:sp>
      <p:sp>
        <p:nvSpPr>
          <p:cNvPr id="443" name="Google Shape;443;p45"/>
          <p:cNvSpPr txBox="1">
            <a:spLocks noGrp="1"/>
          </p:cNvSpPr>
          <p:nvPr>
            <p:ph type="subTitle" idx="4294967295"/>
          </p:nvPr>
        </p:nvSpPr>
        <p:spPr>
          <a:xfrm>
            <a:off x="970542" y="3801149"/>
            <a:ext cx="3098676" cy="473851"/>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1 bộ test case của đồ án</a:t>
            </a:r>
            <a:endParaRPr sz="1400" dirty="0">
              <a:solidFill>
                <a:schemeClr val="dk2"/>
              </a:solidFill>
            </a:endParaRPr>
          </a:p>
        </p:txBody>
      </p:sp>
      <p:sp>
        <p:nvSpPr>
          <p:cNvPr id="449" name="Google Shape;449;p45"/>
          <p:cNvSpPr txBox="1">
            <a:spLocks noGrp="1"/>
          </p:cNvSpPr>
          <p:nvPr>
            <p:ph type="subTitle" idx="4294967295"/>
          </p:nvPr>
        </p:nvSpPr>
        <p:spPr>
          <a:xfrm>
            <a:off x="4685989" y="3208047"/>
            <a:ext cx="3792510" cy="41104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dirty="0" smtClean="0">
                <a:solidFill>
                  <a:schemeClr val="dk2"/>
                </a:solidFill>
              </a:rPr>
              <a:t>Test report của bộ test case đó</a:t>
            </a:r>
            <a:endParaRPr sz="1400" dirty="0">
              <a:solidFill>
                <a:schemeClr val="dk2"/>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046" y="1389927"/>
            <a:ext cx="3977667" cy="212590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5916" y="1547164"/>
            <a:ext cx="3672583" cy="1557543"/>
          </a:xfrm>
          <a:prstGeom prst="rect">
            <a:avLst/>
          </a:prstGeom>
        </p:spPr>
      </p:pic>
    </p:spTree>
    <p:extLst>
      <p:ext uri="{BB962C8B-B14F-4D97-AF65-F5344CB8AC3E}">
        <p14:creationId xmlns:p14="http://schemas.microsoft.com/office/powerpoint/2010/main" val="26817032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441"/>
                                        </p:tgtEl>
                                        <p:attrNameLst>
                                          <p:attrName>style.visibility</p:attrName>
                                        </p:attrNameLst>
                                      </p:cBhvr>
                                      <p:to>
                                        <p:strVal val="visible"/>
                                      </p:to>
                                    </p:set>
                                    <p:animEffect transition="in" filter="fade">
                                      <p:cBhvr>
                                        <p:cTn id="7" dur="750"/>
                                        <p:tgtEl>
                                          <p:spTgt spid="441"/>
                                        </p:tgtEl>
                                      </p:cBhvr>
                                    </p:animEffect>
                                    <p:anim calcmode="lin" valueType="num">
                                      <p:cBhvr>
                                        <p:cTn id="8" dur="750" fill="hold"/>
                                        <p:tgtEl>
                                          <p:spTgt spid="441"/>
                                        </p:tgtEl>
                                        <p:attrNameLst>
                                          <p:attrName>ppt_w</p:attrName>
                                        </p:attrNameLst>
                                      </p:cBhvr>
                                      <p:tavLst>
                                        <p:tav tm="0" fmla="#ppt_w*sin(2.5*pi*$)">
                                          <p:val>
                                            <p:fltVal val="0"/>
                                          </p:val>
                                        </p:tav>
                                        <p:tav tm="100000">
                                          <p:val>
                                            <p:fltVal val="1"/>
                                          </p:val>
                                        </p:tav>
                                      </p:tavLst>
                                    </p:anim>
                                    <p:anim calcmode="lin" valueType="num">
                                      <p:cBhvr>
                                        <p:cTn id="9" dur="750" fill="hold"/>
                                        <p:tgtEl>
                                          <p:spTgt spid="441"/>
                                        </p:tgtEl>
                                        <p:attrNameLst>
                                          <p:attrName>ppt_h</p:attrName>
                                        </p:attrNameLst>
                                      </p:cBhvr>
                                      <p:tavLst>
                                        <p:tav tm="0">
                                          <p:val>
                                            <p:strVal val="#ppt_h"/>
                                          </p:val>
                                        </p:tav>
                                        <p:tav tm="100000">
                                          <p:val>
                                            <p:strVal val="#ppt_h"/>
                                          </p:val>
                                        </p:tav>
                                      </p:tavLst>
                                    </p:anim>
                                  </p:childTnLst>
                                </p:cTn>
                              </p:par>
                              <p:par>
                                <p:cTn id="10" presetID="14" presetClass="entr" presetSubtype="10" fill="hold" grpId="0" nodeType="withEffect">
                                  <p:stCondLst>
                                    <p:cond delay="250"/>
                                  </p:stCondLst>
                                  <p:childTnLst>
                                    <p:set>
                                      <p:cBhvr>
                                        <p:cTn id="11" dur="1" fill="hold">
                                          <p:stCondLst>
                                            <p:cond delay="0"/>
                                          </p:stCondLst>
                                        </p:cTn>
                                        <p:tgtEl>
                                          <p:spTgt spid="443">
                                            <p:txEl>
                                              <p:pRg st="0" end="0"/>
                                            </p:txEl>
                                          </p:spTgt>
                                        </p:tgtEl>
                                        <p:attrNameLst>
                                          <p:attrName>style.visibility</p:attrName>
                                        </p:attrNameLst>
                                      </p:cBhvr>
                                      <p:to>
                                        <p:strVal val="visible"/>
                                      </p:to>
                                    </p:set>
                                    <p:animEffect transition="in" filter="randombar(horizontal)">
                                      <p:cBhvr>
                                        <p:cTn id="12" dur="500"/>
                                        <p:tgtEl>
                                          <p:spTgt spid="443">
                                            <p:txEl>
                                              <p:pRg st="0" end="0"/>
                                            </p:txEl>
                                          </p:spTgt>
                                        </p:tgtEl>
                                      </p:cBhvr>
                                    </p:animEffect>
                                  </p:childTnLst>
                                </p:cTn>
                              </p:par>
                              <p:par>
                                <p:cTn id="13" presetID="42" presetClass="entr" presetSubtype="0" fill="hold" grpId="0" nodeType="withEffect">
                                  <p:stCondLst>
                                    <p:cond delay="250"/>
                                  </p:stCondLst>
                                  <p:childTnLst>
                                    <p:set>
                                      <p:cBhvr>
                                        <p:cTn id="14" dur="1" fill="hold">
                                          <p:stCondLst>
                                            <p:cond delay="0"/>
                                          </p:stCondLst>
                                        </p:cTn>
                                        <p:tgtEl>
                                          <p:spTgt spid="449">
                                            <p:txEl>
                                              <p:pRg st="0" end="0"/>
                                            </p:txEl>
                                          </p:spTgt>
                                        </p:tgtEl>
                                        <p:attrNameLst>
                                          <p:attrName>style.visibility</p:attrName>
                                        </p:attrNameLst>
                                      </p:cBhvr>
                                      <p:to>
                                        <p:strVal val="visible"/>
                                      </p:to>
                                    </p:set>
                                    <p:animEffect transition="in" filter="fade">
                                      <p:cBhvr>
                                        <p:cTn id="15" dur="750"/>
                                        <p:tgtEl>
                                          <p:spTgt spid="449">
                                            <p:txEl>
                                              <p:pRg st="0" end="0"/>
                                            </p:txEl>
                                          </p:spTgt>
                                        </p:tgtEl>
                                      </p:cBhvr>
                                    </p:animEffect>
                                    <p:anim calcmode="lin" valueType="num">
                                      <p:cBhvr>
                                        <p:cTn id="16" dur="750" fill="hold"/>
                                        <p:tgtEl>
                                          <p:spTgt spid="449">
                                            <p:txEl>
                                              <p:pRg st="0" end="0"/>
                                            </p:txEl>
                                          </p:spTgt>
                                        </p:tgtEl>
                                        <p:attrNameLst>
                                          <p:attrName>ppt_x</p:attrName>
                                        </p:attrNameLst>
                                      </p:cBhvr>
                                      <p:tavLst>
                                        <p:tav tm="0">
                                          <p:val>
                                            <p:strVal val="#ppt_x"/>
                                          </p:val>
                                        </p:tav>
                                        <p:tav tm="100000">
                                          <p:val>
                                            <p:strVal val="#ppt_x"/>
                                          </p:val>
                                        </p:tav>
                                      </p:tavLst>
                                    </p:anim>
                                    <p:anim calcmode="lin" valueType="num">
                                      <p:cBhvr>
                                        <p:cTn id="17" dur="750" fill="hold"/>
                                        <p:tgtEl>
                                          <p:spTgt spid="449">
                                            <p:txEl>
                                              <p:pRg st="0" end="0"/>
                                            </p:txEl>
                                          </p:spTgt>
                                        </p:tgtEl>
                                        <p:attrNameLst>
                                          <p:attrName>ppt_y</p:attrName>
                                        </p:attrNameLst>
                                      </p:cBhvr>
                                      <p:tavLst>
                                        <p:tav tm="0">
                                          <p:val>
                                            <p:strVal val="#ppt_y+.1"/>
                                          </p:val>
                                        </p:tav>
                                        <p:tav tm="100000">
                                          <p:val>
                                            <p:strVal val="#ppt_y"/>
                                          </p:val>
                                        </p:tav>
                                      </p:tavLst>
                                    </p:anim>
                                  </p:childTnLst>
                                </p:cTn>
                              </p:par>
                              <p:par>
                                <p:cTn id="18" presetID="16" presetClass="entr" presetSubtype="21" fill="hold" nodeType="withEffect">
                                  <p:stCondLst>
                                    <p:cond delay="25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750"/>
                                        <p:tgtEl>
                                          <p:spTgt spid="4"/>
                                        </p:tgtEl>
                                      </p:cBhvr>
                                    </p:animEffect>
                                  </p:childTnLst>
                                </p:cTn>
                              </p:par>
                              <p:par>
                                <p:cTn id="21" presetID="31" presetClass="entr" presetSubtype="0" fill="hold" nodeType="withEffect">
                                  <p:stCondLst>
                                    <p:cond delay="250"/>
                                  </p:stCondLst>
                                  <p:childTnLst>
                                    <p:set>
                                      <p:cBhvr>
                                        <p:cTn id="22" dur="1" fill="hold">
                                          <p:stCondLst>
                                            <p:cond delay="0"/>
                                          </p:stCondLst>
                                        </p:cTn>
                                        <p:tgtEl>
                                          <p:spTgt spid="5"/>
                                        </p:tgtEl>
                                        <p:attrNameLst>
                                          <p:attrName>style.visibility</p:attrName>
                                        </p:attrNameLst>
                                      </p:cBhvr>
                                      <p:to>
                                        <p:strVal val="visible"/>
                                      </p:to>
                                    </p:set>
                                    <p:anim calcmode="lin" valueType="num">
                                      <p:cBhvr>
                                        <p:cTn id="23" dur="750" fill="hold"/>
                                        <p:tgtEl>
                                          <p:spTgt spid="5"/>
                                        </p:tgtEl>
                                        <p:attrNameLst>
                                          <p:attrName>ppt_w</p:attrName>
                                        </p:attrNameLst>
                                      </p:cBhvr>
                                      <p:tavLst>
                                        <p:tav tm="0">
                                          <p:val>
                                            <p:fltVal val="0"/>
                                          </p:val>
                                        </p:tav>
                                        <p:tav tm="100000">
                                          <p:val>
                                            <p:strVal val="#ppt_w"/>
                                          </p:val>
                                        </p:tav>
                                      </p:tavLst>
                                    </p:anim>
                                    <p:anim calcmode="lin" valueType="num">
                                      <p:cBhvr>
                                        <p:cTn id="24" dur="750" fill="hold"/>
                                        <p:tgtEl>
                                          <p:spTgt spid="5"/>
                                        </p:tgtEl>
                                        <p:attrNameLst>
                                          <p:attrName>ppt_h</p:attrName>
                                        </p:attrNameLst>
                                      </p:cBhvr>
                                      <p:tavLst>
                                        <p:tav tm="0">
                                          <p:val>
                                            <p:fltVal val="0"/>
                                          </p:val>
                                        </p:tav>
                                        <p:tav tm="100000">
                                          <p:val>
                                            <p:strVal val="#ppt_h"/>
                                          </p:val>
                                        </p:tav>
                                      </p:tavLst>
                                    </p:anim>
                                    <p:anim calcmode="lin" valueType="num">
                                      <p:cBhvr>
                                        <p:cTn id="25" dur="750" fill="hold"/>
                                        <p:tgtEl>
                                          <p:spTgt spid="5"/>
                                        </p:tgtEl>
                                        <p:attrNameLst>
                                          <p:attrName>style.rotation</p:attrName>
                                        </p:attrNameLst>
                                      </p:cBhvr>
                                      <p:tavLst>
                                        <p:tav tm="0">
                                          <p:val>
                                            <p:fltVal val="90"/>
                                          </p:val>
                                        </p:tav>
                                        <p:tav tm="100000">
                                          <p:val>
                                            <p:fltVal val="0"/>
                                          </p:val>
                                        </p:tav>
                                      </p:tavLst>
                                    </p:anim>
                                    <p:animEffect transition="in" filter="fade">
                                      <p:cBhvr>
                                        <p:cTn id="26"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p:bldP spid="443" grpId="0" build="p"/>
      <p:bldP spid="44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5"/>
          <p:cNvSpPr txBox="1">
            <a:spLocks noGrp="1"/>
          </p:cNvSpPr>
          <p:nvPr>
            <p:ph type="title"/>
          </p:nvPr>
        </p:nvSpPr>
        <p:spPr>
          <a:xfrm rot="21183737">
            <a:off x="539943" y="582873"/>
            <a:ext cx="3579524" cy="508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smtClean="0"/>
              <a:t>Áp dụng vào Đồ án 2:</a:t>
            </a:r>
            <a:endParaRPr dirty="0"/>
          </a:p>
        </p:txBody>
      </p:sp>
      <p:sp>
        <p:nvSpPr>
          <p:cNvPr id="443" name="Google Shape;443;p45"/>
          <p:cNvSpPr txBox="1">
            <a:spLocks noGrp="1"/>
          </p:cNvSpPr>
          <p:nvPr>
            <p:ph type="subTitle" idx="4294967295"/>
          </p:nvPr>
        </p:nvSpPr>
        <p:spPr>
          <a:xfrm>
            <a:off x="679224" y="2089009"/>
            <a:ext cx="1849137" cy="776499"/>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smtClean="0">
                <a:solidFill>
                  <a:schemeClr val="dk2"/>
                </a:solidFill>
              </a:rPr>
              <a:t>Giao diện Backlog trên mobile app</a:t>
            </a:r>
            <a:endParaRPr sz="1400" dirty="0">
              <a:solidFill>
                <a:schemeClr val="dk2"/>
              </a:solidFill>
            </a:endParaRPr>
          </a:p>
        </p:txBody>
      </p:sp>
      <p:sp>
        <p:nvSpPr>
          <p:cNvPr id="449" name="Google Shape;449;p45"/>
          <p:cNvSpPr txBox="1">
            <a:spLocks noGrp="1"/>
          </p:cNvSpPr>
          <p:nvPr>
            <p:ph type="subTitle" idx="4294967295"/>
          </p:nvPr>
        </p:nvSpPr>
        <p:spPr>
          <a:xfrm>
            <a:off x="4800003" y="4156775"/>
            <a:ext cx="3792510" cy="558774"/>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vi-VN" sz="1400" smtClean="0">
                <a:solidFill>
                  <a:schemeClr val="dk2"/>
                </a:solidFill>
              </a:rPr>
              <a:t>Giao diện Test summary trên </a:t>
            </a:r>
            <a:br>
              <a:rPr lang="vi-VN" sz="1400" smtClean="0">
                <a:solidFill>
                  <a:schemeClr val="dk2"/>
                </a:solidFill>
              </a:rPr>
            </a:br>
            <a:r>
              <a:rPr lang="vi-VN" sz="1400" smtClean="0">
                <a:solidFill>
                  <a:schemeClr val="dk2"/>
                </a:solidFill>
              </a:rPr>
              <a:t>mobile app</a:t>
            </a:r>
            <a:endParaRPr sz="1400" dirty="0">
              <a:solidFill>
                <a:schemeClr val="dk2"/>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5220" y="914400"/>
            <a:ext cx="1772556" cy="3801149"/>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5272" y="411076"/>
            <a:ext cx="1766531" cy="3788229"/>
          </a:xfrm>
          <a:prstGeom prst="rect">
            <a:avLst/>
          </a:prstGeom>
        </p:spPr>
      </p:pic>
    </p:spTree>
    <p:extLst>
      <p:ext uri="{BB962C8B-B14F-4D97-AF65-F5344CB8AC3E}">
        <p14:creationId xmlns:p14="http://schemas.microsoft.com/office/powerpoint/2010/main" val="26762464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441"/>
                                        </p:tgtEl>
                                        <p:attrNameLst>
                                          <p:attrName>style.visibility</p:attrName>
                                        </p:attrNameLst>
                                      </p:cBhvr>
                                      <p:to>
                                        <p:strVal val="visible"/>
                                      </p:to>
                                    </p:set>
                                    <p:animEffect transition="in" filter="fade">
                                      <p:cBhvr>
                                        <p:cTn id="7" dur="750"/>
                                        <p:tgtEl>
                                          <p:spTgt spid="441"/>
                                        </p:tgtEl>
                                      </p:cBhvr>
                                    </p:animEffect>
                                    <p:anim calcmode="lin" valueType="num">
                                      <p:cBhvr>
                                        <p:cTn id="8" dur="750" fill="hold"/>
                                        <p:tgtEl>
                                          <p:spTgt spid="441"/>
                                        </p:tgtEl>
                                        <p:attrNameLst>
                                          <p:attrName>ppt_w</p:attrName>
                                        </p:attrNameLst>
                                      </p:cBhvr>
                                      <p:tavLst>
                                        <p:tav tm="0" fmla="#ppt_w*sin(2.5*pi*$)">
                                          <p:val>
                                            <p:fltVal val="0"/>
                                          </p:val>
                                        </p:tav>
                                        <p:tav tm="100000">
                                          <p:val>
                                            <p:fltVal val="1"/>
                                          </p:val>
                                        </p:tav>
                                      </p:tavLst>
                                    </p:anim>
                                    <p:anim calcmode="lin" valueType="num">
                                      <p:cBhvr>
                                        <p:cTn id="9" dur="750" fill="hold"/>
                                        <p:tgtEl>
                                          <p:spTgt spid="441"/>
                                        </p:tgtEl>
                                        <p:attrNameLst>
                                          <p:attrName>ppt_h</p:attrName>
                                        </p:attrNameLst>
                                      </p:cBhvr>
                                      <p:tavLst>
                                        <p:tav tm="0">
                                          <p:val>
                                            <p:strVal val="#ppt_h"/>
                                          </p:val>
                                        </p:tav>
                                        <p:tav tm="100000">
                                          <p:val>
                                            <p:strVal val="#ppt_h"/>
                                          </p:val>
                                        </p:tav>
                                      </p:tavLst>
                                    </p:anim>
                                  </p:childTnLst>
                                </p:cTn>
                              </p:par>
                              <p:par>
                                <p:cTn id="10" presetID="14" presetClass="entr" presetSubtype="10" fill="hold" grpId="0" nodeType="withEffect">
                                  <p:stCondLst>
                                    <p:cond delay="250"/>
                                  </p:stCondLst>
                                  <p:childTnLst>
                                    <p:set>
                                      <p:cBhvr>
                                        <p:cTn id="11" dur="1" fill="hold">
                                          <p:stCondLst>
                                            <p:cond delay="0"/>
                                          </p:stCondLst>
                                        </p:cTn>
                                        <p:tgtEl>
                                          <p:spTgt spid="443">
                                            <p:txEl>
                                              <p:pRg st="0" end="0"/>
                                            </p:txEl>
                                          </p:spTgt>
                                        </p:tgtEl>
                                        <p:attrNameLst>
                                          <p:attrName>style.visibility</p:attrName>
                                        </p:attrNameLst>
                                      </p:cBhvr>
                                      <p:to>
                                        <p:strVal val="visible"/>
                                      </p:to>
                                    </p:set>
                                    <p:animEffect transition="in" filter="randombar(horizontal)">
                                      <p:cBhvr>
                                        <p:cTn id="12" dur="500"/>
                                        <p:tgtEl>
                                          <p:spTgt spid="443">
                                            <p:txEl>
                                              <p:pRg st="0" end="0"/>
                                            </p:txEl>
                                          </p:spTgt>
                                        </p:tgtEl>
                                      </p:cBhvr>
                                    </p:animEffect>
                                  </p:childTnLst>
                                </p:cTn>
                              </p:par>
                              <p:par>
                                <p:cTn id="13" presetID="42" presetClass="entr" presetSubtype="0" fill="hold" grpId="0" nodeType="withEffect">
                                  <p:stCondLst>
                                    <p:cond delay="250"/>
                                  </p:stCondLst>
                                  <p:childTnLst>
                                    <p:set>
                                      <p:cBhvr>
                                        <p:cTn id="14" dur="1" fill="hold">
                                          <p:stCondLst>
                                            <p:cond delay="0"/>
                                          </p:stCondLst>
                                        </p:cTn>
                                        <p:tgtEl>
                                          <p:spTgt spid="449">
                                            <p:txEl>
                                              <p:pRg st="0" end="0"/>
                                            </p:txEl>
                                          </p:spTgt>
                                        </p:tgtEl>
                                        <p:attrNameLst>
                                          <p:attrName>style.visibility</p:attrName>
                                        </p:attrNameLst>
                                      </p:cBhvr>
                                      <p:to>
                                        <p:strVal val="visible"/>
                                      </p:to>
                                    </p:set>
                                    <p:animEffect transition="in" filter="fade">
                                      <p:cBhvr>
                                        <p:cTn id="15" dur="750"/>
                                        <p:tgtEl>
                                          <p:spTgt spid="449">
                                            <p:txEl>
                                              <p:pRg st="0" end="0"/>
                                            </p:txEl>
                                          </p:spTgt>
                                        </p:tgtEl>
                                      </p:cBhvr>
                                    </p:animEffect>
                                    <p:anim calcmode="lin" valueType="num">
                                      <p:cBhvr>
                                        <p:cTn id="16" dur="750" fill="hold"/>
                                        <p:tgtEl>
                                          <p:spTgt spid="449">
                                            <p:txEl>
                                              <p:pRg st="0" end="0"/>
                                            </p:txEl>
                                          </p:spTgt>
                                        </p:tgtEl>
                                        <p:attrNameLst>
                                          <p:attrName>ppt_x</p:attrName>
                                        </p:attrNameLst>
                                      </p:cBhvr>
                                      <p:tavLst>
                                        <p:tav tm="0">
                                          <p:val>
                                            <p:strVal val="#ppt_x"/>
                                          </p:val>
                                        </p:tav>
                                        <p:tav tm="100000">
                                          <p:val>
                                            <p:strVal val="#ppt_x"/>
                                          </p:val>
                                        </p:tav>
                                      </p:tavLst>
                                    </p:anim>
                                    <p:anim calcmode="lin" valueType="num">
                                      <p:cBhvr>
                                        <p:cTn id="17" dur="750" fill="hold"/>
                                        <p:tgtEl>
                                          <p:spTgt spid="449">
                                            <p:txEl>
                                              <p:pRg st="0" end="0"/>
                                            </p:txEl>
                                          </p:spTgt>
                                        </p:tgtEl>
                                        <p:attrNameLst>
                                          <p:attrName>ppt_y</p:attrName>
                                        </p:attrNameLst>
                                      </p:cBhvr>
                                      <p:tavLst>
                                        <p:tav tm="0">
                                          <p:val>
                                            <p:strVal val="#ppt_y+.1"/>
                                          </p:val>
                                        </p:tav>
                                        <p:tav tm="100000">
                                          <p:val>
                                            <p:strVal val="#ppt_y"/>
                                          </p:val>
                                        </p:tav>
                                      </p:tavLst>
                                    </p:anim>
                                  </p:childTnLst>
                                </p:cTn>
                              </p:par>
                              <p:par>
                                <p:cTn id="18" presetID="2" presetClass="entr" presetSubtype="4" fill="hold" nodeType="withEffect">
                                  <p:stCondLst>
                                    <p:cond delay="25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750" fill="hold"/>
                                        <p:tgtEl>
                                          <p:spTgt spid="2"/>
                                        </p:tgtEl>
                                        <p:attrNameLst>
                                          <p:attrName>ppt_x</p:attrName>
                                        </p:attrNameLst>
                                      </p:cBhvr>
                                      <p:tavLst>
                                        <p:tav tm="0">
                                          <p:val>
                                            <p:strVal val="#ppt_x"/>
                                          </p:val>
                                        </p:tav>
                                        <p:tav tm="100000">
                                          <p:val>
                                            <p:strVal val="#ppt_x"/>
                                          </p:val>
                                        </p:tav>
                                      </p:tavLst>
                                    </p:anim>
                                    <p:anim calcmode="lin" valueType="num">
                                      <p:cBhvr additive="base">
                                        <p:cTn id="21" dur="750" fill="hold"/>
                                        <p:tgtEl>
                                          <p:spTgt spid="2"/>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25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750" fill="hold"/>
                                        <p:tgtEl>
                                          <p:spTgt spid="3"/>
                                        </p:tgtEl>
                                        <p:attrNameLst>
                                          <p:attrName>ppt_x</p:attrName>
                                        </p:attrNameLst>
                                      </p:cBhvr>
                                      <p:tavLst>
                                        <p:tav tm="0">
                                          <p:val>
                                            <p:strVal val="#ppt_x"/>
                                          </p:val>
                                        </p:tav>
                                        <p:tav tm="100000">
                                          <p:val>
                                            <p:strVal val="#ppt_x"/>
                                          </p:val>
                                        </p:tav>
                                      </p:tavLst>
                                    </p:anim>
                                    <p:anim calcmode="lin" valueType="num">
                                      <p:cBhvr additive="base">
                                        <p:cTn id="25" dur="7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p:bldP spid="443" grpId="0" build="p"/>
      <p:bldP spid="44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smtClean="0"/>
              <a:t>04</a:t>
            </a:r>
            <a:endParaRPr dirty="0"/>
          </a:p>
        </p:txBody>
      </p:sp>
      <p:pic>
        <p:nvPicPr>
          <p:cNvPr id="211" name="Google Shape;211;p32"/>
          <p:cNvPicPr preferRelativeResize="0"/>
          <p:nvPr/>
        </p:nvPicPr>
        <p:blipFill>
          <a:blip r:embed="rId3">
            <a:alphaModFix amt="86000"/>
          </a:blip>
          <a:stretch>
            <a:fillRect/>
          </a:stretch>
        </p:blipFill>
        <p:spPr>
          <a:xfrm rot="1344117">
            <a:off x="3844345" y="1396709"/>
            <a:ext cx="1496149" cy="1160650"/>
          </a:xfrm>
          <a:prstGeom prst="rect">
            <a:avLst/>
          </a:prstGeom>
          <a:noFill/>
          <a:ln>
            <a:noFill/>
          </a:ln>
        </p:spPr>
      </p:pic>
      <p:sp>
        <p:nvSpPr>
          <p:cNvPr id="214" name="Google Shape;214;p32"/>
          <p:cNvSpPr txBox="1">
            <a:spLocks noGrp="1"/>
          </p:cNvSpPr>
          <p:nvPr>
            <p:ph type="title"/>
          </p:nvPr>
        </p:nvSpPr>
        <p:spPr>
          <a:xfrm>
            <a:off x="2750288" y="2794030"/>
            <a:ext cx="3926615"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3600" dirty="0" smtClean="0"/>
              <a:t>KẾT LUẬN</a:t>
            </a:r>
            <a:endParaRPr sz="3600" dirty="0"/>
          </a:p>
        </p:txBody>
      </p:sp>
    </p:spTree>
    <p:extLst>
      <p:ext uri="{BB962C8B-B14F-4D97-AF65-F5344CB8AC3E}">
        <p14:creationId xmlns:p14="http://schemas.microsoft.com/office/powerpoint/2010/main" val="14810288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down)">
                                      <p:cBhvr>
                                        <p:cTn id="7" dur="362">
                                          <p:stCondLst>
                                            <p:cond delay="0"/>
                                          </p:stCondLst>
                                        </p:cTn>
                                        <p:tgtEl>
                                          <p:spTgt spid="210"/>
                                        </p:tgtEl>
                                      </p:cBhvr>
                                    </p:animEffect>
                                    <p:anim calcmode="lin" valueType="num">
                                      <p:cBhvr>
                                        <p:cTn id="8" dur="1139" tmFilter="0,0; 0.14,0.36; 0.43,0.73; 0.71,0.91; 1.0,1.0">
                                          <p:stCondLst>
                                            <p:cond delay="0"/>
                                          </p:stCondLst>
                                        </p:cTn>
                                        <p:tgtEl>
                                          <p:spTgt spid="210"/>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210"/>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210"/>
                                        </p:tgtEl>
                                        <p:attrNameLst>
                                          <p:attrName>ppt_y</p:attrName>
                                        </p:attrNameLst>
                                      </p:cBhvr>
                                      <p:tavLst>
                                        <p:tav tm="0" fmla="#ppt_y-sin(pi*$)/9">
                                          <p:val>
                                            <p:fltVal val="0"/>
                                          </p:val>
                                        </p:tav>
                                        <p:tav tm="100000">
                                          <p:val>
                                            <p:fltVal val="1"/>
                                          </p:val>
                                        </p:tav>
                                      </p:tavLst>
                                    </p:anim>
                                    <p:anim calcmode="lin" valueType="num">
                                      <p:cBhvr>
                                        <p:cTn id="11" dur="207" tmFilter="0, 0; 0.125,0.2665; 0.25,0.4; 0.375,0.465; 0.5,0.5;  0.625,0.535; 0.75,0.6; 0.875,0.7335; 1,1">
                                          <p:stCondLst>
                                            <p:cond delay="828"/>
                                          </p:stCondLst>
                                        </p:cTn>
                                        <p:tgtEl>
                                          <p:spTgt spid="210"/>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210"/>
                                        </p:tgtEl>
                                        <p:attrNameLst>
                                          <p:attrName>ppt_y</p:attrName>
                                        </p:attrNameLst>
                                      </p:cBhvr>
                                      <p:tavLst>
                                        <p:tav tm="0" fmla="#ppt_y-sin(pi*$)/81">
                                          <p:val>
                                            <p:fltVal val="0"/>
                                          </p:val>
                                        </p:tav>
                                        <p:tav tm="100000">
                                          <p:val>
                                            <p:fltVal val="1"/>
                                          </p:val>
                                        </p:tav>
                                      </p:tavLst>
                                    </p:anim>
                                    <p:animScale>
                                      <p:cBhvr>
                                        <p:cTn id="13" dur="16">
                                          <p:stCondLst>
                                            <p:cond delay="406"/>
                                          </p:stCondLst>
                                        </p:cTn>
                                        <p:tgtEl>
                                          <p:spTgt spid="210"/>
                                        </p:tgtEl>
                                      </p:cBhvr>
                                      <p:to x="100000" y="60000"/>
                                    </p:animScale>
                                    <p:animScale>
                                      <p:cBhvr>
                                        <p:cTn id="14" dur="104" decel="50000">
                                          <p:stCondLst>
                                            <p:cond delay="423"/>
                                          </p:stCondLst>
                                        </p:cTn>
                                        <p:tgtEl>
                                          <p:spTgt spid="210"/>
                                        </p:tgtEl>
                                      </p:cBhvr>
                                      <p:to x="100000" y="100000"/>
                                    </p:animScale>
                                    <p:animScale>
                                      <p:cBhvr>
                                        <p:cTn id="15" dur="16">
                                          <p:stCondLst>
                                            <p:cond delay="820"/>
                                          </p:stCondLst>
                                        </p:cTn>
                                        <p:tgtEl>
                                          <p:spTgt spid="210"/>
                                        </p:tgtEl>
                                      </p:cBhvr>
                                      <p:to x="100000" y="80000"/>
                                    </p:animScale>
                                    <p:animScale>
                                      <p:cBhvr>
                                        <p:cTn id="16" dur="104" decel="50000">
                                          <p:stCondLst>
                                            <p:cond delay="836"/>
                                          </p:stCondLst>
                                        </p:cTn>
                                        <p:tgtEl>
                                          <p:spTgt spid="210"/>
                                        </p:tgtEl>
                                      </p:cBhvr>
                                      <p:to x="100000" y="100000"/>
                                    </p:animScale>
                                    <p:animScale>
                                      <p:cBhvr>
                                        <p:cTn id="17" dur="16">
                                          <p:stCondLst>
                                            <p:cond delay="1026"/>
                                          </p:stCondLst>
                                        </p:cTn>
                                        <p:tgtEl>
                                          <p:spTgt spid="210"/>
                                        </p:tgtEl>
                                      </p:cBhvr>
                                      <p:to x="100000" y="90000"/>
                                    </p:animScale>
                                    <p:animScale>
                                      <p:cBhvr>
                                        <p:cTn id="18" dur="104" decel="50000">
                                          <p:stCondLst>
                                            <p:cond delay="1042"/>
                                          </p:stCondLst>
                                        </p:cTn>
                                        <p:tgtEl>
                                          <p:spTgt spid="210"/>
                                        </p:tgtEl>
                                      </p:cBhvr>
                                      <p:to x="100000" y="100000"/>
                                    </p:animScale>
                                    <p:animScale>
                                      <p:cBhvr>
                                        <p:cTn id="19" dur="16">
                                          <p:stCondLst>
                                            <p:cond delay="1130"/>
                                          </p:stCondLst>
                                        </p:cTn>
                                        <p:tgtEl>
                                          <p:spTgt spid="210"/>
                                        </p:tgtEl>
                                      </p:cBhvr>
                                      <p:to x="100000" y="95000"/>
                                    </p:animScale>
                                    <p:animScale>
                                      <p:cBhvr>
                                        <p:cTn id="20" dur="104" decel="50000">
                                          <p:stCondLst>
                                            <p:cond delay="1146"/>
                                          </p:stCondLst>
                                        </p:cTn>
                                        <p:tgtEl>
                                          <p:spTgt spid="210"/>
                                        </p:tgtEl>
                                      </p:cBhvr>
                                      <p:to x="100000" y="100000"/>
                                    </p:animScale>
                                  </p:childTnLst>
                                </p:cTn>
                              </p:par>
                              <p:par>
                                <p:cTn id="21" presetID="14" presetClass="entr" presetSubtype="10" fill="hold" grpId="0" nodeType="withEffect">
                                  <p:stCondLst>
                                    <p:cond delay="0"/>
                                  </p:stCondLst>
                                  <p:childTnLst>
                                    <p:set>
                                      <p:cBhvr>
                                        <p:cTn id="22" dur="1" fill="hold">
                                          <p:stCondLst>
                                            <p:cond delay="0"/>
                                          </p:stCondLst>
                                        </p:cTn>
                                        <p:tgtEl>
                                          <p:spTgt spid="214"/>
                                        </p:tgtEl>
                                        <p:attrNameLst>
                                          <p:attrName>style.visibility</p:attrName>
                                        </p:attrNameLst>
                                      </p:cBhvr>
                                      <p:to>
                                        <p:strVal val="visible"/>
                                      </p:to>
                                    </p:set>
                                    <p:animEffect transition="in" filter="randombar(horizontal)">
                                      <p:cBhvr>
                                        <p:cTn id="23" dur="125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p:bldP spid="2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54"/>
          <p:cNvSpPr txBox="1">
            <a:spLocks noGrp="1"/>
          </p:cNvSpPr>
          <p:nvPr>
            <p:ph type="title"/>
          </p:nvPr>
        </p:nvSpPr>
        <p:spPr>
          <a:xfrm>
            <a:off x="1115739" y="1051422"/>
            <a:ext cx="263401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200" dirty="0" smtClean="0"/>
              <a:t>Kết quả đạt được</a:t>
            </a:r>
            <a:endParaRPr sz="2200" dirty="0"/>
          </a:p>
        </p:txBody>
      </p:sp>
      <p:sp>
        <p:nvSpPr>
          <p:cNvPr id="582" name="Google Shape;582;p54"/>
          <p:cNvSpPr txBox="1">
            <a:spLocks noGrp="1"/>
          </p:cNvSpPr>
          <p:nvPr>
            <p:ph type="body" idx="1"/>
          </p:nvPr>
        </p:nvSpPr>
        <p:spPr>
          <a:xfrm>
            <a:off x="709233" y="1474381"/>
            <a:ext cx="3593400" cy="999461"/>
          </a:xfrm>
          <a:prstGeom prst="rect">
            <a:avLst/>
          </a:prstGeom>
        </p:spPr>
        <p:txBody>
          <a:bodyPr spcFirstLastPara="1" wrap="square" lIns="91425" tIns="91425" rIns="91425" bIns="91425" anchor="b" anchorCtr="0">
            <a:noAutofit/>
          </a:bodyPr>
          <a:lstStyle/>
          <a:p>
            <a:pPr marL="285750" lvl="0" indent="-285750" algn="l" rtl="0">
              <a:spcBef>
                <a:spcPts val="0"/>
              </a:spcBef>
              <a:spcAft>
                <a:spcPts val="0"/>
              </a:spcAft>
              <a:buFontTx/>
              <a:buChar char="-"/>
            </a:pPr>
            <a:r>
              <a:rPr lang="vi-VN" dirty="0" smtClean="0"/>
              <a:t>Trau dồi và mở rộng thêm kiến thức.</a:t>
            </a:r>
          </a:p>
          <a:p>
            <a:pPr marL="285750" lvl="0" indent="-285750" algn="l" rtl="0">
              <a:spcBef>
                <a:spcPts val="0"/>
              </a:spcBef>
              <a:spcAft>
                <a:spcPts val="0"/>
              </a:spcAft>
              <a:buFontTx/>
              <a:buChar char="-"/>
            </a:pPr>
            <a:r>
              <a:rPr lang="vi-VN" dirty="0" smtClean="0"/>
              <a:t>Có thêm hiểu biết và kinh nghiệm sử dụng công cụ này.</a:t>
            </a:r>
            <a:endParaRPr dirty="0"/>
          </a:p>
        </p:txBody>
      </p:sp>
      <p:sp>
        <p:nvSpPr>
          <p:cNvPr id="583" name="Google Shape;583;p54"/>
          <p:cNvSpPr txBox="1">
            <a:spLocks noGrp="1"/>
          </p:cNvSpPr>
          <p:nvPr>
            <p:ph type="body" idx="2"/>
          </p:nvPr>
        </p:nvSpPr>
        <p:spPr>
          <a:xfrm>
            <a:off x="5068184" y="2203911"/>
            <a:ext cx="3331139" cy="1899983"/>
          </a:xfrm>
          <a:prstGeom prst="rect">
            <a:avLst/>
          </a:prstGeom>
        </p:spPr>
        <p:txBody>
          <a:bodyPr spcFirstLastPara="1" wrap="square" lIns="91425" tIns="91425" rIns="91425" bIns="91425" anchor="b" anchorCtr="0">
            <a:noAutofit/>
          </a:bodyPr>
          <a:lstStyle/>
          <a:p>
            <a:pPr lvl="0" algn="l" rtl="0">
              <a:spcBef>
                <a:spcPts val="0"/>
              </a:spcBef>
              <a:spcAft>
                <a:spcPts val="0"/>
              </a:spcAft>
              <a:buSzPts val="1400"/>
              <a:buFontTx/>
              <a:buChar char="-"/>
            </a:pPr>
            <a:r>
              <a:rPr lang="vi-VN" dirty="0" smtClean="0"/>
              <a:t>Tìm hiểu công cụ chuyên sâu hơn.</a:t>
            </a:r>
          </a:p>
          <a:p>
            <a:pPr lvl="0" algn="l" rtl="0">
              <a:spcBef>
                <a:spcPts val="0"/>
              </a:spcBef>
              <a:spcAft>
                <a:spcPts val="0"/>
              </a:spcAft>
              <a:buSzPts val="1400"/>
              <a:buFontTx/>
              <a:buChar char="-"/>
            </a:pPr>
            <a:r>
              <a:rPr lang="vi-VN" dirty="0" smtClean="0"/>
              <a:t>Khai thác tối ưu các tính năng mà công cụ đem lại.</a:t>
            </a:r>
          </a:p>
          <a:p>
            <a:pPr lvl="0" algn="l" rtl="0">
              <a:spcBef>
                <a:spcPts val="0"/>
              </a:spcBef>
              <a:spcAft>
                <a:spcPts val="0"/>
              </a:spcAft>
              <a:buSzPts val="1400"/>
              <a:buFontTx/>
              <a:buChar char="-"/>
            </a:pPr>
            <a:r>
              <a:rPr lang="vi-VN" dirty="0" smtClean="0"/>
              <a:t>Sử dụng thường xuyên.</a:t>
            </a:r>
          </a:p>
          <a:p>
            <a:pPr lvl="0" algn="l" rtl="0">
              <a:spcBef>
                <a:spcPts val="0"/>
              </a:spcBef>
              <a:spcAft>
                <a:spcPts val="0"/>
              </a:spcAft>
              <a:buSzPts val="1400"/>
              <a:buFontTx/>
              <a:buChar char="-"/>
            </a:pPr>
            <a:r>
              <a:rPr lang="vi-VN" dirty="0" smtClean="0"/>
              <a:t>Mạnh dạn, chủ động tìm hiểu và sử dụng cách làm khác.</a:t>
            </a:r>
            <a:endParaRPr dirty="0"/>
          </a:p>
        </p:txBody>
      </p:sp>
      <p:sp>
        <p:nvSpPr>
          <p:cNvPr id="5" name="Google Shape;581;p54"/>
          <p:cNvSpPr txBox="1">
            <a:spLocks/>
          </p:cNvSpPr>
          <p:nvPr/>
        </p:nvSpPr>
        <p:spPr>
          <a:xfrm>
            <a:off x="1115739" y="2756078"/>
            <a:ext cx="2634010" cy="4800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2800"/>
              <a:buFont typeface="Concert One"/>
              <a:buNone/>
              <a:defRPr sz="2800" b="1" i="0" u="none" strike="noStrike" cap="none">
                <a:solidFill>
                  <a:schemeClr val="accent2"/>
                </a:solidFill>
                <a:latin typeface="Concert One"/>
                <a:ea typeface="Concert One"/>
                <a:cs typeface="Concert One"/>
                <a:sym typeface="Concert One"/>
              </a:defRPr>
            </a:lvl1pPr>
            <a:lvl2pPr marR="0" lvl="1"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2pPr>
            <a:lvl3pPr marR="0" lvl="2"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3pPr>
            <a:lvl4pPr marR="0" lvl="3"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4pPr>
            <a:lvl5pPr marR="0" lvl="4"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5pPr>
            <a:lvl6pPr marR="0" lvl="5"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6pPr>
            <a:lvl7pPr marR="0" lvl="6"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7pPr>
            <a:lvl8pPr marR="0" lvl="7"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8pPr>
            <a:lvl9pPr marR="0" lvl="8"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9pPr>
          </a:lstStyle>
          <a:p>
            <a:r>
              <a:rPr lang="vi-VN" sz="2200" dirty="0" smtClean="0"/>
              <a:t>Hạn chế của đề tài</a:t>
            </a:r>
            <a:endParaRPr lang="vi-VN" sz="2200" dirty="0"/>
          </a:p>
        </p:txBody>
      </p:sp>
      <p:sp>
        <p:nvSpPr>
          <p:cNvPr id="6" name="Google Shape;582;p54"/>
          <p:cNvSpPr txBox="1">
            <a:spLocks/>
          </p:cNvSpPr>
          <p:nvPr/>
        </p:nvSpPr>
        <p:spPr>
          <a:xfrm>
            <a:off x="636044" y="3227139"/>
            <a:ext cx="3593400" cy="99946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1pPr>
            <a:lvl2pPr marL="914400" marR="0" lvl="1" indent="-317500" algn="l" rtl="0">
              <a:lnSpc>
                <a:spcPct val="100000"/>
              </a:lnSpc>
              <a:spcBef>
                <a:spcPts val="1600"/>
              </a:spcBef>
              <a:spcAft>
                <a:spcPts val="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2pPr>
            <a:lvl3pPr marL="1371600" marR="0" lvl="2" indent="-317500" algn="l" rtl="0">
              <a:lnSpc>
                <a:spcPct val="100000"/>
              </a:lnSpc>
              <a:spcBef>
                <a:spcPts val="1600"/>
              </a:spcBef>
              <a:spcAft>
                <a:spcPts val="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3pPr>
            <a:lvl4pPr marL="1828800" marR="0" lvl="3" indent="-317500" algn="l" rtl="0">
              <a:lnSpc>
                <a:spcPct val="100000"/>
              </a:lnSpc>
              <a:spcBef>
                <a:spcPts val="1600"/>
              </a:spcBef>
              <a:spcAft>
                <a:spcPts val="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4pPr>
            <a:lvl5pPr marL="2286000" marR="0" lvl="4" indent="-317500" algn="l" rtl="0">
              <a:lnSpc>
                <a:spcPct val="100000"/>
              </a:lnSpc>
              <a:spcBef>
                <a:spcPts val="1600"/>
              </a:spcBef>
              <a:spcAft>
                <a:spcPts val="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5pPr>
            <a:lvl6pPr marL="2743200" marR="0" lvl="5" indent="-317500" algn="l" rtl="0">
              <a:lnSpc>
                <a:spcPct val="100000"/>
              </a:lnSpc>
              <a:spcBef>
                <a:spcPts val="1600"/>
              </a:spcBef>
              <a:spcAft>
                <a:spcPts val="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6pPr>
            <a:lvl7pPr marL="3200400" marR="0" lvl="6" indent="-317500" algn="l" rtl="0">
              <a:lnSpc>
                <a:spcPct val="100000"/>
              </a:lnSpc>
              <a:spcBef>
                <a:spcPts val="1600"/>
              </a:spcBef>
              <a:spcAft>
                <a:spcPts val="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7pPr>
            <a:lvl8pPr marL="3657600" marR="0" lvl="7" indent="-317500" algn="l" rtl="0">
              <a:lnSpc>
                <a:spcPct val="100000"/>
              </a:lnSpc>
              <a:spcBef>
                <a:spcPts val="1600"/>
              </a:spcBef>
              <a:spcAft>
                <a:spcPts val="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8pPr>
            <a:lvl9pPr marL="4114800" marR="0" lvl="8" indent="-317500" algn="l" rtl="0">
              <a:lnSpc>
                <a:spcPct val="100000"/>
              </a:lnSpc>
              <a:spcBef>
                <a:spcPts val="1600"/>
              </a:spcBef>
              <a:spcAft>
                <a:spcPts val="1600"/>
              </a:spcAft>
              <a:buClr>
                <a:schemeClr val="dk2"/>
              </a:buClr>
              <a:buSzPts val="1400"/>
              <a:buFont typeface="Roboto Mono Medium"/>
              <a:buChar char="■"/>
              <a:defRPr sz="1400" b="0" i="0" u="none" strike="noStrike" cap="none">
                <a:solidFill>
                  <a:schemeClr val="dk2"/>
                </a:solidFill>
                <a:latin typeface="Roboto Mono Medium"/>
                <a:ea typeface="Roboto Mono Medium"/>
                <a:cs typeface="Roboto Mono Medium"/>
                <a:sym typeface="Roboto Mono Medium"/>
              </a:defRPr>
            </a:lvl9pPr>
          </a:lstStyle>
          <a:p>
            <a:pPr marL="285750" indent="-285750">
              <a:buFontTx/>
              <a:buChar char="-"/>
            </a:pPr>
            <a:r>
              <a:rPr lang="vi-VN" dirty="0" smtClean="0"/>
              <a:t>Chưa khai thác được hết tính năng của công cụ.</a:t>
            </a:r>
          </a:p>
          <a:p>
            <a:pPr marL="285750" indent="-285750">
              <a:buFontTx/>
              <a:buChar char="-"/>
            </a:pPr>
            <a:r>
              <a:rPr lang="vi-VN" dirty="0" smtClean="0"/>
              <a:t>Còn e ngại khi tiếp xúc với công cụ mới.</a:t>
            </a:r>
            <a:endParaRPr lang="vi-VN" dirty="0"/>
          </a:p>
        </p:txBody>
      </p:sp>
      <p:sp>
        <p:nvSpPr>
          <p:cNvPr id="7" name="Google Shape;581;p54"/>
          <p:cNvSpPr txBox="1">
            <a:spLocks/>
          </p:cNvSpPr>
          <p:nvPr/>
        </p:nvSpPr>
        <p:spPr>
          <a:xfrm>
            <a:off x="4823287" y="1624122"/>
            <a:ext cx="382093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2800"/>
              <a:buFont typeface="Concert One"/>
              <a:buNone/>
              <a:defRPr sz="2800" b="1" i="0" u="none" strike="noStrike" cap="none">
                <a:solidFill>
                  <a:schemeClr val="accent2"/>
                </a:solidFill>
                <a:latin typeface="Concert One"/>
                <a:ea typeface="Concert One"/>
                <a:cs typeface="Concert One"/>
                <a:sym typeface="Concert One"/>
              </a:defRPr>
            </a:lvl1pPr>
            <a:lvl2pPr marR="0" lvl="1"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2pPr>
            <a:lvl3pPr marR="0" lvl="2"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3pPr>
            <a:lvl4pPr marR="0" lvl="3"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4pPr>
            <a:lvl5pPr marR="0" lvl="4"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5pPr>
            <a:lvl6pPr marR="0" lvl="5"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6pPr>
            <a:lvl7pPr marR="0" lvl="6"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7pPr>
            <a:lvl8pPr marR="0" lvl="7"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8pPr>
            <a:lvl9pPr marR="0" lvl="8"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9pPr>
          </a:lstStyle>
          <a:p>
            <a:r>
              <a:rPr lang="vi-VN" sz="2200" dirty="0" smtClean="0"/>
              <a:t>Hướng phát triển của đề tài</a:t>
            </a:r>
            <a:endParaRPr lang="vi-VN" sz="2200" dirty="0"/>
          </a:p>
        </p:txBody>
      </p:sp>
      <p:pic>
        <p:nvPicPr>
          <p:cNvPr id="8" name="Google Shape;451;p45"/>
          <p:cNvPicPr preferRelativeResize="0"/>
          <p:nvPr/>
        </p:nvPicPr>
        <p:blipFill>
          <a:blip r:embed="rId3">
            <a:alphaModFix amt="80000"/>
          </a:blip>
          <a:stretch>
            <a:fillRect/>
          </a:stretch>
        </p:blipFill>
        <p:spPr>
          <a:xfrm rot="10800000" flipH="1">
            <a:off x="4009165" y="2593649"/>
            <a:ext cx="799603" cy="324858"/>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81"/>
                                        </p:tgtEl>
                                        <p:attrNameLst>
                                          <p:attrName>style.visibility</p:attrName>
                                        </p:attrNameLst>
                                      </p:cBhvr>
                                      <p:to>
                                        <p:strVal val="visible"/>
                                      </p:to>
                                    </p:set>
                                    <p:animEffect transition="in" filter="fade">
                                      <p:cBhvr>
                                        <p:cTn id="7" dur="500"/>
                                        <p:tgtEl>
                                          <p:spTgt spid="581"/>
                                        </p:tgtEl>
                                      </p:cBhvr>
                                    </p:animEffect>
                                    <p:anim calcmode="lin" valueType="num">
                                      <p:cBhvr>
                                        <p:cTn id="8" dur="500" fill="hold"/>
                                        <p:tgtEl>
                                          <p:spTgt spid="581"/>
                                        </p:tgtEl>
                                        <p:attrNameLst>
                                          <p:attrName>ppt_x</p:attrName>
                                        </p:attrNameLst>
                                      </p:cBhvr>
                                      <p:tavLst>
                                        <p:tav tm="0">
                                          <p:val>
                                            <p:strVal val="#ppt_x"/>
                                          </p:val>
                                        </p:tav>
                                        <p:tav tm="100000">
                                          <p:val>
                                            <p:strVal val="#ppt_x"/>
                                          </p:val>
                                        </p:tav>
                                      </p:tavLst>
                                    </p:anim>
                                    <p:anim calcmode="lin" valueType="num">
                                      <p:cBhvr>
                                        <p:cTn id="9" dur="500" fill="hold"/>
                                        <p:tgtEl>
                                          <p:spTgt spid="581"/>
                                        </p:tgtEl>
                                        <p:attrNameLst>
                                          <p:attrName>ppt_y</p:attrName>
                                        </p:attrNameLst>
                                      </p:cBhvr>
                                      <p:tavLst>
                                        <p:tav tm="0">
                                          <p:val>
                                            <p:strVal val="#ppt_y+.1"/>
                                          </p:val>
                                        </p:tav>
                                        <p:tav tm="100000">
                                          <p:val>
                                            <p:strVal val="#ppt_y"/>
                                          </p:val>
                                        </p:tav>
                                      </p:tavLst>
                                    </p:anim>
                                  </p:childTnLst>
                                </p:cTn>
                              </p:par>
                              <p:par>
                                <p:cTn id="10" presetID="14" presetClass="entr" presetSubtype="10" fill="hold" grpId="0" nodeType="withEffect">
                                  <p:stCondLst>
                                    <p:cond delay="750"/>
                                  </p:stCondLst>
                                  <p:childTnLst>
                                    <p:set>
                                      <p:cBhvr>
                                        <p:cTn id="11" dur="1" fill="hold">
                                          <p:stCondLst>
                                            <p:cond delay="0"/>
                                          </p:stCondLst>
                                        </p:cTn>
                                        <p:tgtEl>
                                          <p:spTgt spid="582">
                                            <p:txEl>
                                              <p:pRg st="0" end="0"/>
                                            </p:txEl>
                                          </p:spTgt>
                                        </p:tgtEl>
                                        <p:attrNameLst>
                                          <p:attrName>style.visibility</p:attrName>
                                        </p:attrNameLst>
                                      </p:cBhvr>
                                      <p:to>
                                        <p:strVal val="visible"/>
                                      </p:to>
                                    </p:set>
                                    <p:animEffect transition="in" filter="randombar(horizontal)">
                                      <p:cBhvr>
                                        <p:cTn id="12" dur="750"/>
                                        <p:tgtEl>
                                          <p:spTgt spid="582">
                                            <p:txEl>
                                              <p:pRg st="0" end="0"/>
                                            </p:txEl>
                                          </p:spTgt>
                                        </p:tgtEl>
                                      </p:cBhvr>
                                    </p:animEffect>
                                  </p:childTnLst>
                                </p:cTn>
                              </p:par>
                              <p:par>
                                <p:cTn id="13" presetID="14" presetClass="entr" presetSubtype="10" fill="hold" grpId="0" nodeType="withEffect">
                                  <p:stCondLst>
                                    <p:cond delay="750"/>
                                  </p:stCondLst>
                                  <p:childTnLst>
                                    <p:set>
                                      <p:cBhvr>
                                        <p:cTn id="14" dur="1" fill="hold">
                                          <p:stCondLst>
                                            <p:cond delay="0"/>
                                          </p:stCondLst>
                                        </p:cTn>
                                        <p:tgtEl>
                                          <p:spTgt spid="582">
                                            <p:txEl>
                                              <p:pRg st="1" end="1"/>
                                            </p:txEl>
                                          </p:spTgt>
                                        </p:tgtEl>
                                        <p:attrNameLst>
                                          <p:attrName>style.visibility</p:attrName>
                                        </p:attrNameLst>
                                      </p:cBhvr>
                                      <p:to>
                                        <p:strVal val="visible"/>
                                      </p:to>
                                    </p:set>
                                    <p:animEffect transition="in" filter="randombar(horizontal)">
                                      <p:cBhvr>
                                        <p:cTn id="15" dur="750"/>
                                        <p:tgtEl>
                                          <p:spTgt spid="58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 calcmode="lin" valueType="num">
                                      <p:cBhvr>
                                        <p:cTn id="29" dur="500" fill="hold"/>
                                        <p:tgtEl>
                                          <p:spTgt spid="6"/>
                                        </p:tgtEl>
                                        <p:attrNameLst>
                                          <p:attrName>style.rotation</p:attrName>
                                        </p:attrNameLst>
                                      </p:cBhvr>
                                      <p:tavLst>
                                        <p:tav tm="0">
                                          <p:val>
                                            <p:fltVal val="90"/>
                                          </p:val>
                                        </p:tav>
                                        <p:tav tm="100000">
                                          <p:val>
                                            <p:fltVal val="0"/>
                                          </p:val>
                                        </p:tav>
                                      </p:tavLst>
                                    </p:anim>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circle(in)">
                                      <p:cBhvr>
                                        <p:cTn id="35" dur="10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45"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anim calcmode="lin" valueType="num">
                                      <p:cBhvr>
                                        <p:cTn id="41" dur="500" fill="hold"/>
                                        <p:tgtEl>
                                          <p:spTgt spid="7"/>
                                        </p:tgtEl>
                                        <p:attrNameLst>
                                          <p:attrName>ppt_w</p:attrName>
                                        </p:attrNameLst>
                                      </p:cBhvr>
                                      <p:tavLst>
                                        <p:tav tm="0" fmla="#ppt_w*sin(2.5*pi*$)">
                                          <p:val>
                                            <p:fltVal val="0"/>
                                          </p:val>
                                        </p:tav>
                                        <p:tav tm="100000">
                                          <p:val>
                                            <p:fltVal val="1"/>
                                          </p:val>
                                        </p:tav>
                                      </p:tavLst>
                                    </p:anim>
                                    <p:anim calcmode="lin" valueType="num">
                                      <p:cBhvr>
                                        <p:cTn id="42"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583">
                                            <p:txEl>
                                              <p:pRg st="0" end="0"/>
                                            </p:txEl>
                                          </p:spTgt>
                                        </p:tgtEl>
                                        <p:attrNameLst>
                                          <p:attrName>style.visibility</p:attrName>
                                        </p:attrNameLst>
                                      </p:cBhvr>
                                      <p:to>
                                        <p:strVal val="visible"/>
                                      </p:to>
                                    </p:set>
                                    <p:anim calcmode="lin" valueType="num">
                                      <p:cBhvr>
                                        <p:cTn id="47" dur="750" fill="hold"/>
                                        <p:tgtEl>
                                          <p:spTgt spid="583">
                                            <p:txEl>
                                              <p:pRg st="0" end="0"/>
                                            </p:txEl>
                                          </p:spTgt>
                                        </p:tgtEl>
                                        <p:attrNameLst>
                                          <p:attrName>ppt_w</p:attrName>
                                        </p:attrNameLst>
                                      </p:cBhvr>
                                      <p:tavLst>
                                        <p:tav tm="0">
                                          <p:val>
                                            <p:fltVal val="0"/>
                                          </p:val>
                                        </p:tav>
                                        <p:tav tm="100000">
                                          <p:val>
                                            <p:strVal val="#ppt_w"/>
                                          </p:val>
                                        </p:tav>
                                      </p:tavLst>
                                    </p:anim>
                                    <p:anim calcmode="lin" valueType="num">
                                      <p:cBhvr>
                                        <p:cTn id="48" dur="750" fill="hold"/>
                                        <p:tgtEl>
                                          <p:spTgt spid="583">
                                            <p:txEl>
                                              <p:pRg st="0" end="0"/>
                                            </p:txEl>
                                          </p:spTgt>
                                        </p:tgtEl>
                                        <p:attrNameLst>
                                          <p:attrName>ppt_h</p:attrName>
                                        </p:attrNameLst>
                                      </p:cBhvr>
                                      <p:tavLst>
                                        <p:tav tm="0">
                                          <p:val>
                                            <p:fltVal val="0"/>
                                          </p:val>
                                        </p:tav>
                                        <p:tav tm="100000">
                                          <p:val>
                                            <p:strVal val="#ppt_h"/>
                                          </p:val>
                                        </p:tav>
                                      </p:tavLst>
                                    </p:anim>
                                    <p:animEffect transition="in" filter="fade">
                                      <p:cBhvr>
                                        <p:cTn id="49" dur="750"/>
                                        <p:tgtEl>
                                          <p:spTgt spid="583">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583">
                                            <p:txEl>
                                              <p:pRg st="1" end="1"/>
                                            </p:txEl>
                                          </p:spTgt>
                                        </p:tgtEl>
                                        <p:attrNameLst>
                                          <p:attrName>style.visibility</p:attrName>
                                        </p:attrNameLst>
                                      </p:cBhvr>
                                      <p:to>
                                        <p:strVal val="visible"/>
                                      </p:to>
                                    </p:set>
                                    <p:anim calcmode="lin" valueType="num">
                                      <p:cBhvr>
                                        <p:cTn id="54" dur="750" fill="hold"/>
                                        <p:tgtEl>
                                          <p:spTgt spid="583">
                                            <p:txEl>
                                              <p:pRg st="1" end="1"/>
                                            </p:txEl>
                                          </p:spTgt>
                                        </p:tgtEl>
                                        <p:attrNameLst>
                                          <p:attrName>ppt_w</p:attrName>
                                        </p:attrNameLst>
                                      </p:cBhvr>
                                      <p:tavLst>
                                        <p:tav tm="0">
                                          <p:val>
                                            <p:fltVal val="0"/>
                                          </p:val>
                                        </p:tav>
                                        <p:tav tm="100000">
                                          <p:val>
                                            <p:strVal val="#ppt_w"/>
                                          </p:val>
                                        </p:tav>
                                      </p:tavLst>
                                    </p:anim>
                                    <p:anim calcmode="lin" valueType="num">
                                      <p:cBhvr>
                                        <p:cTn id="55" dur="750" fill="hold"/>
                                        <p:tgtEl>
                                          <p:spTgt spid="583">
                                            <p:txEl>
                                              <p:pRg st="1" end="1"/>
                                            </p:txEl>
                                          </p:spTgt>
                                        </p:tgtEl>
                                        <p:attrNameLst>
                                          <p:attrName>ppt_h</p:attrName>
                                        </p:attrNameLst>
                                      </p:cBhvr>
                                      <p:tavLst>
                                        <p:tav tm="0">
                                          <p:val>
                                            <p:fltVal val="0"/>
                                          </p:val>
                                        </p:tav>
                                        <p:tav tm="100000">
                                          <p:val>
                                            <p:strVal val="#ppt_h"/>
                                          </p:val>
                                        </p:tav>
                                      </p:tavLst>
                                    </p:anim>
                                    <p:animEffect transition="in" filter="fade">
                                      <p:cBhvr>
                                        <p:cTn id="56" dur="750"/>
                                        <p:tgtEl>
                                          <p:spTgt spid="583">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583">
                                            <p:txEl>
                                              <p:pRg st="2" end="2"/>
                                            </p:txEl>
                                          </p:spTgt>
                                        </p:tgtEl>
                                        <p:attrNameLst>
                                          <p:attrName>style.visibility</p:attrName>
                                        </p:attrNameLst>
                                      </p:cBhvr>
                                      <p:to>
                                        <p:strVal val="visible"/>
                                      </p:to>
                                    </p:set>
                                    <p:anim calcmode="lin" valueType="num">
                                      <p:cBhvr>
                                        <p:cTn id="61" dur="750" fill="hold"/>
                                        <p:tgtEl>
                                          <p:spTgt spid="583">
                                            <p:txEl>
                                              <p:pRg st="2" end="2"/>
                                            </p:txEl>
                                          </p:spTgt>
                                        </p:tgtEl>
                                        <p:attrNameLst>
                                          <p:attrName>ppt_w</p:attrName>
                                        </p:attrNameLst>
                                      </p:cBhvr>
                                      <p:tavLst>
                                        <p:tav tm="0">
                                          <p:val>
                                            <p:fltVal val="0"/>
                                          </p:val>
                                        </p:tav>
                                        <p:tav tm="100000">
                                          <p:val>
                                            <p:strVal val="#ppt_w"/>
                                          </p:val>
                                        </p:tav>
                                      </p:tavLst>
                                    </p:anim>
                                    <p:anim calcmode="lin" valueType="num">
                                      <p:cBhvr>
                                        <p:cTn id="62" dur="750" fill="hold"/>
                                        <p:tgtEl>
                                          <p:spTgt spid="583">
                                            <p:txEl>
                                              <p:pRg st="2" end="2"/>
                                            </p:txEl>
                                          </p:spTgt>
                                        </p:tgtEl>
                                        <p:attrNameLst>
                                          <p:attrName>ppt_h</p:attrName>
                                        </p:attrNameLst>
                                      </p:cBhvr>
                                      <p:tavLst>
                                        <p:tav tm="0">
                                          <p:val>
                                            <p:fltVal val="0"/>
                                          </p:val>
                                        </p:tav>
                                        <p:tav tm="100000">
                                          <p:val>
                                            <p:strVal val="#ppt_h"/>
                                          </p:val>
                                        </p:tav>
                                      </p:tavLst>
                                    </p:anim>
                                    <p:animEffect transition="in" filter="fade">
                                      <p:cBhvr>
                                        <p:cTn id="63" dur="750"/>
                                        <p:tgtEl>
                                          <p:spTgt spid="583">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583">
                                            <p:txEl>
                                              <p:pRg st="3" end="3"/>
                                            </p:txEl>
                                          </p:spTgt>
                                        </p:tgtEl>
                                        <p:attrNameLst>
                                          <p:attrName>style.visibility</p:attrName>
                                        </p:attrNameLst>
                                      </p:cBhvr>
                                      <p:to>
                                        <p:strVal val="visible"/>
                                      </p:to>
                                    </p:set>
                                    <p:anim calcmode="lin" valueType="num">
                                      <p:cBhvr>
                                        <p:cTn id="68" dur="750" fill="hold"/>
                                        <p:tgtEl>
                                          <p:spTgt spid="583">
                                            <p:txEl>
                                              <p:pRg st="3" end="3"/>
                                            </p:txEl>
                                          </p:spTgt>
                                        </p:tgtEl>
                                        <p:attrNameLst>
                                          <p:attrName>ppt_w</p:attrName>
                                        </p:attrNameLst>
                                      </p:cBhvr>
                                      <p:tavLst>
                                        <p:tav tm="0">
                                          <p:val>
                                            <p:fltVal val="0"/>
                                          </p:val>
                                        </p:tav>
                                        <p:tav tm="100000">
                                          <p:val>
                                            <p:strVal val="#ppt_w"/>
                                          </p:val>
                                        </p:tav>
                                      </p:tavLst>
                                    </p:anim>
                                    <p:anim calcmode="lin" valueType="num">
                                      <p:cBhvr>
                                        <p:cTn id="69" dur="750" fill="hold"/>
                                        <p:tgtEl>
                                          <p:spTgt spid="583">
                                            <p:txEl>
                                              <p:pRg st="3" end="3"/>
                                            </p:txEl>
                                          </p:spTgt>
                                        </p:tgtEl>
                                        <p:attrNameLst>
                                          <p:attrName>ppt_h</p:attrName>
                                        </p:attrNameLst>
                                      </p:cBhvr>
                                      <p:tavLst>
                                        <p:tav tm="0">
                                          <p:val>
                                            <p:fltVal val="0"/>
                                          </p:val>
                                        </p:tav>
                                        <p:tav tm="100000">
                                          <p:val>
                                            <p:strVal val="#ppt_h"/>
                                          </p:val>
                                        </p:tav>
                                      </p:tavLst>
                                    </p:anim>
                                    <p:animEffect transition="in" filter="fade">
                                      <p:cBhvr>
                                        <p:cTn id="70" dur="750"/>
                                        <p:tgtEl>
                                          <p:spTgt spid="5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 grpId="0"/>
      <p:bldP spid="582" grpId="0" build="p"/>
      <p:bldP spid="583" grpId="0" build="p"/>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grpSp>
        <p:nvGrpSpPr>
          <p:cNvPr id="431" name="Google Shape;431;p44"/>
          <p:cNvGrpSpPr/>
          <p:nvPr/>
        </p:nvGrpSpPr>
        <p:grpSpPr>
          <a:xfrm rot="5400000">
            <a:off x="5027403" y="1282991"/>
            <a:ext cx="3600065" cy="2577461"/>
            <a:chOff x="2556950" y="2043625"/>
            <a:chExt cx="2458725" cy="1760200"/>
          </a:xfrm>
        </p:grpSpPr>
        <p:sp>
          <p:nvSpPr>
            <p:cNvPr id="432" name="Google Shape;432;p44"/>
            <p:cNvSpPr/>
            <p:nvPr/>
          </p:nvSpPr>
          <p:spPr>
            <a:xfrm>
              <a:off x="2556950" y="2043625"/>
              <a:ext cx="2458725" cy="1760200"/>
            </a:xfrm>
            <a:custGeom>
              <a:avLst/>
              <a:gdLst/>
              <a:ahLst/>
              <a:cxnLst/>
              <a:rect l="l" t="t" r="r" b="b"/>
              <a:pathLst>
                <a:path w="98349" h="70408" extrusionOk="0">
                  <a:moveTo>
                    <a:pt x="90818" y="1816"/>
                  </a:moveTo>
                  <a:cubicBezTo>
                    <a:pt x="92383" y="1969"/>
                    <a:pt x="93897" y="2373"/>
                    <a:pt x="95019" y="3508"/>
                  </a:cubicBezTo>
                  <a:cubicBezTo>
                    <a:pt x="96028" y="4532"/>
                    <a:pt x="96504" y="5893"/>
                    <a:pt x="96734" y="7309"/>
                  </a:cubicBezTo>
                  <a:cubicBezTo>
                    <a:pt x="96493" y="6832"/>
                    <a:pt x="96285" y="6466"/>
                    <a:pt x="96173" y="6300"/>
                  </a:cubicBezTo>
                  <a:cubicBezTo>
                    <a:pt x="94887" y="4384"/>
                    <a:pt x="92996" y="2705"/>
                    <a:pt x="90818" y="1816"/>
                  </a:cubicBezTo>
                  <a:close/>
                  <a:moveTo>
                    <a:pt x="11961" y="1646"/>
                  </a:moveTo>
                  <a:cubicBezTo>
                    <a:pt x="12129" y="1646"/>
                    <a:pt x="12296" y="1647"/>
                    <a:pt x="12463" y="1647"/>
                  </a:cubicBezTo>
                  <a:cubicBezTo>
                    <a:pt x="15236" y="1651"/>
                    <a:pt x="18010" y="1674"/>
                    <a:pt x="20784" y="1688"/>
                  </a:cubicBezTo>
                  <a:lnTo>
                    <a:pt x="53375" y="1849"/>
                  </a:lnTo>
                  <a:cubicBezTo>
                    <a:pt x="58769" y="1875"/>
                    <a:pt x="64162" y="1907"/>
                    <a:pt x="69553" y="1907"/>
                  </a:cubicBezTo>
                  <a:cubicBezTo>
                    <a:pt x="75895" y="1907"/>
                    <a:pt x="82236" y="1863"/>
                    <a:pt x="88576" y="1717"/>
                  </a:cubicBezTo>
                  <a:cubicBezTo>
                    <a:pt x="89068" y="1724"/>
                    <a:pt x="89571" y="1733"/>
                    <a:pt x="90074" y="1761"/>
                  </a:cubicBezTo>
                  <a:cubicBezTo>
                    <a:pt x="91936" y="2502"/>
                    <a:pt x="93588" y="3529"/>
                    <a:pt x="94965" y="5102"/>
                  </a:cubicBezTo>
                  <a:cubicBezTo>
                    <a:pt x="95712" y="5955"/>
                    <a:pt x="96335" y="6907"/>
                    <a:pt x="96820" y="7930"/>
                  </a:cubicBezTo>
                  <a:cubicBezTo>
                    <a:pt x="96911" y="8720"/>
                    <a:pt x="96939" y="9512"/>
                    <a:pt x="96950" y="10260"/>
                  </a:cubicBezTo>
                  <a:cubicBezTo>
                    <a:pt x="97038" y="15743"/>
                    <a:pt x="96885" y="21239"/>
                    <a:pt x="96853" y="26722"/>
                  </a:cubicBezTo>
                  <a:lnTo>
                    <a:pt x="96655" y="59972"/>
                  </a:lnTo>
                  <a:cubicBezTo>
                    <a:pt x="96639" y="60013"/>
                    <a:pt x="96626" y="60056"/>
                    <a:pt x="96620" y="60101"/>
                  </a:cubicBezTo>
                  <a:cubicBezTo>
                    <a:pt x="96277" y="62648"/>
                    <a:pt x="96354" y="65704"/>
                    <a:pt x="93954" y="67311"/>
                  </a:cubicBezTo>
                  <a:cubicBezTo>
                    <a:pt x="92234" y="68462"/>
                    <a:pt x="90018" y="68563"/>
                    <a:pt x="87924" y="68563"/>
                  </a:cubicBezTo>
                  <a:cubicBezTo>
                    <a:pt x="87478" y="68563"/>
                    <a:pt x="87038" y="68558"/>
                    <a:pt x="86609" y="68558"/>
                  </a:cubicBezTo>
                  <a:cubicBezTo>
                    <a:pt x="86449" y="68558"/>
                    <a:pt x="86290" y="68559"/>
                    <a:pt x="86134" y="68561"/>
                  </a:cubicBezTo>
                  <a:cubicBezTo>
                    <a:pt x="79796" y="68630"/>
                    <a:pt x="73460" y="68702"/>
                    <a:pt x="67122" y="68777"/>
                  </a:cubicBezTo>
                  <a:cubicBezTo>
                    <a:pt x="54449" y="68943"/>
                    <a:pt x="41775" y="69086"/>
                    <a:pt x="29100" y="69207"/>
                  </a:cubicBezTo>
                  <a:cubicBezTo>
                    <a:pt x="25099" y="69250"/>
                    <a:pt x="21017" y="69468"/>
                    <a:pt x="16955" y="69468"/>
                  </a:cubicBezTo>
                  <a:cubicBezTo>
                    <a:pt x="15090" y="69468"/>
                    <a:pt x="13229" y="69422"/>
                    <a:pt x="11382" y="69292"/>
                  </a:cubicBezTo>
                  <a:cubicBezTo>
                    <a:pt x="11338" y="69271"/>
                    <a:pt x="11291" y="69256"/>
                    <a:pt x="11243" y="69249"/>
                  </a:cubicBezTo>
                  <a:cubicBezTo>
                    <a:pt x="9261" y="68910"/>
                    <a:pt x="7147" y="68692"/>
                    <a:pt x="5324" y="67786"/>
                  </a:cubicBezTo>
                  <a:cubicBezTo>
                    <a:pt x="2945" y="66603"/>
                    <a:pt x="1957" y="64442"/>
                    <a:pt x="1766" y="61862"/>
                  </a:cubicBezTo>
                  <a:cubicBezTo>
                    <a:pt x="1395" y="56826"/>
                    <a:pt x="1728" y="51663"/>
                    <a:pt x="1735" y="46613"/>
                  </a:cubicBezTo>
                  <a:cubicBezTo>
                    <a:pt x="1749" y="35854"/>
                    <a:pt x="1764" y="25094"/>
                    <a:pt x="1779" y="14335"/>
                  </a:cubicBezTo>
                  <a:cubicBezTo>
                    <a:pt x="1787" y="10034"/>
                    <a:pt x="1586" y="4144"/>
                    <a:pt x="6469" y="2332"/>
                  </a:cubicBezTo>
                  <a:cubicBezTo>
                    <a:pt x="8213" y="1685"/>
                    <a:pt x="10115" y="1646"/>
                    <a:pt x="11961" y="1646"/>
                  </a:cubicBezTo>
                  <a:close/>
                  <a:moveTo>
                    <a:pt x="13285" y="114"/>
                  </a:moveTo>
                  <a:cubicBezTo>
                    <a:pt x="12308" y="114"/>
                    <a:pt x="11333" y="128"/>
                    <a:pt x="10360" y="170"/>
                  </a:cubicBezTo>
                  <a:cubicBezTo>
                    <a:pt x="8433" y="256"/>
                    <a:pt x="6448" y="529"/>
                    <a:pt x="4740" y="1483"/>
                  </a:cubicBezTo>
                  <a:cubicBezTo>
                    <a:pt x="1083" y="3528"/>
                    <a:pt x="415" y="7888"/>
                    <a:pt x="333" y="11705"/>
                  </a:cubicBezTo>
                  <a:cubicBezTo>
                    <a:pt x="85" y="23331"/>
                    <a:pt x="297" y="34985"/>
                    <a:pt x="284" y="46615"/>
                  </a:cubicBezTo>
                  <a:cubicBezTo>
                    <a:pt x="280" y="49934"/>
                    <a:pt x="276" y="53253"/>
                    <a:pt x="271" y="56572"/>
                  </a:cubicBezTo>
                  <a:cubicBezTo>
                    <a:pt x="270" y="59156"/>
                    <a:pt x="0" y="61953"/>
                    <a:pt x="735" y="64469"/>
                  </a:cubicBezTo>
                  <a:cubicBezTo>
                    <a:pt x="2020" y="68857"/>
                    <a:pt x="6707" y="70383"/>
                    <a:pt x="10866" y="70383"/>
                  </a:cubicBezTo>
                  <a:cubicBezTo>
                    <a:pt x="10941" y="70383"/>
                    <a:pt x="11016" y="70382"/>
                    <a:pt x="11090" y="70381"/>
                  </a:cubicBezTo>
                  <a:cubicBezTo>
                    <a:pt x="11215" y="70380"/>
                    <a:pt x="11335" y="70334"/>
                    <a:pt x="11429" y="70253"/>
                  </a:cubicBezTo>
                  <a:cubicBezTo>
                    <a:pt x="12710" y="70379"/>
                    <a:pt x="14003" y="70407"/>
                    <a:pt x="15298" y="70407"/>
                  </a:cubicBezTo>
                  <a:cubicBezTo>
                    <a:pt x="15751" y="70407"/>
                    <a:pt x="16204" y="70404"/>
                    <a:pt x="16657" y="70400"/>
                  </a:cubicBezTo>
                  <a:cubicBezTo>
                    <a:pt x="20114" y="70371"/>
                    <a:pt x="23570" y="70339"/>
                    <a:pt x="27027" y="70305"/>
                  </a:cubicBezTo>
                  <a:cubicBezTo>
                    <a:pt x="33940" y="70240"/>
                    <a:pt x="40853" y="70176"/>
                    <a:pt x="47766" y="70112"/>
                  </a:cubicBezTo>
                  <a:cubicBezTo>
                    <a:pt x="61461" y="69984"/>
                    <a:pt x="75204" y="70217"/>
                    <a:pt x="88893" y="69756"/>
                  </a:cubicBezTo>
                  <a:cubicBezTo>
                    <a:pt x="91383" y="69672"/>
                    <a:pt x="94095" y="69291"/>
                    <a:pt x="95825" y="67303"/>
                  </a:cubicBezTo>
                  <a:cubicBezTo>
                    <a:pt x="97229" y="65692"/>
                    <a:pt x="97707" y="63354"/>
                    <a:pt x="97702" y="61216"/>
                  </a:cubicBezTo>
                  <a:cubicBezTo>
                    <a:pt x="97844" y="61112"/>
                    <a:pt x="97944" y="60948"/>
                    <a:pt x="97945" y="60721"/>
                  </a:cubicBezTo>
                  <a:cubicBezTo>
                    <a:pt x="98025" y="47899"/>
                    <a:pt x="98104" y="35079"/>
                    <a:pt x="98183" y="22259"/>
                  </a:cubicBezTo>
                  <a:cubicBezTo>
                    <a:pt x="98203" y="19054"/>
                    <a:pt x="98221" y="15849"/>
                    <a:pt x="98238" y="12644"/>
                  </a:cubicBezTo>
                  <a:cubicBezTo>
                    <a:pt x="98247" y="10300"/>
                    <a:pt x="98349" y="7837"/>
                    <a:pt x="97619" y="5576"/>
                  </a:cubicBezTo>
                  <a:cubicBezTo>
                    <a:pt x="96494" y="2088"/>
                    <a:pt x="93720" y="828"/>
                    <a:pt x="90596" y="828"/>
                  </a:cubicBezTo>
                  <a:cubicBezTo>
                    <a:pt x="90441" y="828"/>
                    <a:pt x="90285" y="831"/>
                    <a:pt x="90129" y="837"/>
                  </a:cubicBezTo>
                  <a:lnTo>
                    <a:pt x="90128" y="837"/>
                  </a:lnTo>
                  <a:cubicBezTo>
                    <a:pt x="66351" y="1"/>
                    <a:pt x="42503" y="277"/>
                    <a:pt x="18704" y="170"/>
                  </a:cubicBezTo>
                  <a:cubicBezTo>
                    <a:pt x="16902" y="162"/>
                    <a:pt x="15092" y="114"/>
                    <a:pt x="13285" y="11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4"/>
            <p:cNvSpPr/>
            <p:nvPr/>
          </p:nvSpPr>
          <p:spPr>
            <a:xfrm>
              <a:off x="4670200" y="2819475"/>
              <a:ext cx="245125" cy="219275"/>
            </a:xfrm>
            <a:custGeom>
              <a:avLst/>
              <a:gdLst/>
              <a:ahLst/>
              <a:cxnLst/>
              <a:rect l="l" t="t" r="r" b="b"/>
              <a:pathLst>
                <a:path w="9805" h="8771" extrusionOk="0">
                  <a:moveTo>
                    <a:pt x="6458" y="1744"/>
                  </a:moveTo>
                  <a:lnTo>
                    <a:pt x="6458" y="1744"/>
                  </a:lnTo>
                  <a:cubicBezTo>
                    <a:pt x="6577" y="1765"/>
                    <a:pt x="6694" y="1793"/>
                    <a:pt x="6810" y="1826"/>
                  </a:cubicBezTo>
                  <a:cubicBezTo>
                    <a:pt x="8173" y="2233"/>
                    <a:pt x="8547" y="3509"/>
                    <a:pt x="8357" y="4744"/>
                  </a:cubicBezTo>
                  <a:cubicBezTo>
                    <a:pt x="8322" y="4117"/>
                    <a:pt x="8146" y="3499"/>
                    <a:pt x="7814" y="2957"/>
                  </a:cubicBezTo>
                  <a:cubicBezTo>
                    <a:pt x="7497" y="2436"/>
                    <a:pt x="7011" y="2019"/>
                    <a:pt x="6458" y="1744"/>
                  </a:cubicBezTo>
                  <a:close/>
                  <a:moveTo>
                    <a:pt x="4989" y="2133"/>
                  </a:moveTo>
                  <a:cubicBezTo>
                    <a:pt x="6456" y="2133"/>
                    <a:pt x="7706" y="3080"/>
                    <a:pt x="7730" y="4903"/>
                  </a:cubicBezTo>
                  <a:cubicBezTo>
                    <a:pt x="7742" y="5796"/>
                    <a:pt x="7376" y="6656"/>
                    <a:pt x="6797" y="7223"/>
                  </a:cubicBezTo>
                  <a:cubicBezTo>
                    <a:pt x="6429" y="7400"/>
                    <a:pt x="6022" y="7478"/>
                    <a:pt x="5603" y="7478"/>
                  </a:cubicBezTo>
                  <a:cubicBezTo>
                    <a:pt x="4895" y="7478"/>
                    <a:pt x="4156" y="7255"/>
                    <a:pt x="3525" y="6903"/>
                  </a:cubicBezTo>
                  <a:cubicBezTo>
                    <a:pt x="3308" y="6781"/>
                    <a:pt x="3103" y="6642"/>
                    <a:pt x="2911" y="6484"/>
                  </a:cubicBezTo>
                  <a:cubicBezTo>
                    <a:pt x="2179" y="5525"/>
                    <a:pt x="1818" y="4255"/>
                    <a:pt x="2392" y="3156"/>
                  </a:cubicBezTo>
                  <a:cubicBezTo>
                    <a:pt x="2562" y="2832"/>
                    <a:pt x="2827" y="2564"/>
                    <a:pt x="3148" y="2347"/>
                  </a:cubicBezTo>
                  <a:cubicBezTo>
                    <a:pt x="3197" y="2429"/>
                    <a:pt x="3284" y="2476"/>
                    <a:pt x="3375" y="2476"/>
                  </a:cubicBezTo>
                  <a:cubicBezTo>
                    <a:pt x="3408" y="2476"/>
                    <a:pt x="3442" y="2469"/>
                    <a:pt x="3475" y="2456"/>
                  </a:cubicBezTo>
                  <a:cubicBezTo>
                    <a:pt x="3979" y="2239"/>
                    <a:pt x="4496" y="2133"/>
                    <a:pt x="4989" y="2133"/>
                  </a:cubicBezTo>
                  <a:close/>
                  <a:moveTo>
                    <a:pt x="5476" y="1"/>
                  </a:moveTo>
                  <a:cubicBezTo>
                    <a:pt x="4394" y="1"/>
                    <a:pt x="3206" y="667"/>
                    <a:pt x="2447" y="1312"/>
                  </a:cubicBezTo>
                  <a:cubicBezTo>
                    <a:pt x="910" y="2619"/>
                    <a:pt x="0" y="4604"/>
                    <a:pt x="1199" y="6446"/>
                  </a:cubicBezTo>
                  <a:cubicBezTo>
                    <a:pt x="2115" y="7852"/>
                    <a:pt x="3948" y="8770"/>
                    <a:pt x="5658" y="8770"/>
                  </a:cubicBezTo>
                  <a:cubicBezTo>
                    <a:pt x="5901" y="8770"/>
                    <a:pt x="6142" y="8752"/>
                    <a:pt x="6377" y="8713"/>
                  </a:cubicBezTo>
                  <a:cubicBezTo>
                    <a:pt x="8390" y="8384"/>
                    <a:pt x="9495" y="6421"/>
                    <a:pt x="9651" y="4517"/>
                  </a:cubicBezTo>
                  <a:cubicBezTo>
                    <a:pt x="9804" y="2648"/>
                    <a:pt x="8845" y="987"/>
                    <a:pt x="6990" y="633"/>
                  </a:cubicBezTo>
                  <a:cubicBezTo>
                    <a:pt x="6986" y="628"/>
                    <a:pt x="6987" y="622"/>
                    <a:pt x="6982" y="617"/>
                  </a:cubicBezTo>
                  <a:cubicBezTo>
                    <a:pt x="6556" y="176"/>
                    <a:pt x="6030" y="1"/>
                    <a:pt x="54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4"/>
            <p:cNvSpPr/>
            <p:nvPr/>
          </p:nvSpPr>
          <p:spPr>
            <a:xfrm>
              <a:off x="2729800" y="2201775"/>
              <a:ext cx="1934650" cy="1470275"/>
            </a:xfrm>
            <a:custGeom>
              <a:avLst/>
              <a:gdLst/>
              <a:ahLst/>
              <a:cxnLst/>
              <a:rect l="l" t="t" r="r" b="b"/>
              <a:pathLst>
                <a:path w="77386" h="58811" extrusionOk="0">
                  <a:moveTo>
                    <a:pt x="1185" y="1196"/>
                  </a:moveTo>
                  <a:cubicBezTo>
                    <a:pt x="1321" y="1206"/>
                    <a:pt x="1457" y="1209"/>
                    <a:pt x="1594" y="1217"/>
                  </a:cubicBezTo>
                  <a:cubicBezTo>
                    <a:pt x="1469" y="1589"/>
                    <a:pt x="1356" y="1964"/>
                    <a:pt x="1256" y="2343"/>
                  </a:cubicBezTo>
                  <a:cubicBezTo>
                    <a:pt x="1233" y="1960"/>
                    <a:pt x="1214" y="1577"/>
                    <a:pt x="1185" y="1196"/>
                  </a:cubicBezTo>
                  <a:close/>
                  <a:moveTo>
                    <a:pt x="1429" y="10485"/>
                  </a:moveTo>
                  <a:cubicBezTo>
                    <a:pt x="1528" y="13703"/>
                    <a:pt x="1641" y="16920"/>
                    <a:pt x="1741" y="20138"/>
                  </a:cubicBezTo>
                  <a:cubicBezTo>
                    <a:pt x="1837" y="23209"/>
                    <a:pt x="1746" y="26237"/>
                    <a:pt x="1537" y="29264"/>
                  </a:cubicBezTo>
                  <a:lnTo>
                    <a:pt x="1537" y="29263"/>
                  </a:lnTo>
                  <a:cubicBezTo>
                    <a:pt x="1502" y="24699"/>
                    <a:pt x="1466" y="20136"/>
                    <a:pt x="1431" y="15573"/>
                  </a:cubicBezTo>
                  <a:cubicBezTo>
                    <a:pt x="1418" y="13882"/>
                    <a:pt x="1426" y="12184"/>
                    <a:pt x="1429" y="10485"/>
                  </a:cubicBezTo>
                  <a:close/>
                  <a:moveTo>
                    <a:pt x="2124" y="1246"/>
                  </a:moveTo>
                  <a:cubicBezTo>
                    <a:pt x="4213" y="1360"/>
                    <a:pt x="6315" y="1397"/>
                    <a:pt x="8419" y="1397"/>
                  </a:cubicBezTo>
                  <a:cubicBezTo>
                    <a:pt x="12299" y="1397"/>
                    <a:pt x="16191" y="1272"/>
                    <a:pt x="20040" y="1270"/>
                  </a:cubicBezTo>
                  <a:cubicBezTo>
                    <a:pt x="26225" y="1266"/>
                    <a:pt x="32411" y="1262"/>
                    <a:pt x="38596" y="1259"/>
                  </a:cubicBezTo>
                  <a:cubicBezTo>
                    <a:pt x="39551" y="1258"/>
                    <a:pt x="40507" y="1258"/>
                    <a:pt x="41462" y="1258"/>
                  </a:cubicBezTo>
                  <a:cubicBezTo>
                    <a:pt x="52992" y="1258"/>
                    <a:pt x="64522" y="1289"/>
                    <a:pt x="76050" y="1431"/>
                  </a:cubicBezTo>
                  <a:cubicBezTo>
                    <a:pt x="75508" y="10645"/>
                    <a:pt x="75757" y="19965"/>
                    <a:pt x="75669" y="29192"/>
                  </a:cubicBezTo>
                  <a:lnTo>
                    <a:pt x="75407" y="56668"/>
                  </a:lnTo>
                  <a:cubicBezTo>
                    <a:pt x="63045" y="57008"/>
                    <a:pt x="50680" y="57249"/>
                    <a:pt x="38315" y="57388"/>
                  </a:cubicBezTo>
                  <a:cubicBezTo>
                    <a:pt x="32078" y="57457"/>
                    <a:pt x="25842" y="57499"/>
                    <a:pt x="19605" y="57515"/>
                  </a:cubicBezTo>
                  <a:cubicBezTo>
                    <a:pt x="16487" y="57522"/>
                    <a:pt x="13368" y="57517"/>
                    <a:pt x="10250" y="57534"/>
                  </a:cubicBezTo>
                  <a:cubicBezTo>
                    <a:pt x="10143" y="57535"/>
                    <a:pt x="10036" y="57535"/>
                    <a:pt x="9929" y="57535"/>
                  </a:cubicBezTo>
                  <a:cubicBezTo>
                    <a:pt x="8490" y="57535"/>
                    <a:pt x="7027" y="57489"/>
                    <a:pt x="5567" y="57489"/>
                  </a:cubicBezTo>
                  <a:cubicBezTo>
                    <a:pt x="4939" y="57489"/>
                    <a:pt x="4312" y="57498"/>
                    <a:pt x="3688" y="57522"/>
                  </a:cubicBezTo>
                  <a:cubicBezTo>
                    <a:pt x="3003" y="57039"/>
                    <a:pt x="2376" y="56527"/>
                    <a:pt x="1858" y="55767"/>
                  </a:cubicBezTo>
                  <a:cubicBezTo>
                    <a:pt x="1847" y="55751"/>
                    <a:pt x="1839" y="55734"/>
                    <a:pt x="1827" y="55718"/>
                  </a:cubicBezTo>
                  <a:cubicBezTo>
                    <a:pt x="1832" y="54354"/>
                    <a:pt x="1719" y="52964"/>
                    <a:pt x="1709" y="51661"/>
                  </a:cubicBezTo>
                  <a:lnTo>
                    <a:pt x="1653" y="44374"/>
                  </a:lnTo>
                  <a:cubicBezTo>
                    <a:pt x="1624" y="40693"/>
                    <a:pt x="1596" y="37014"/>
                    <a:pt x="1568" y="33333"/>
                  </a:cubicBezTo>
                  <a:cubicBezTo>
                    <a:pt x="2545" y="23669"/>
                    <a:pt x="1881" y="13855"/>
                    <a:pt x="1409" y="4156"/>
                  </a:cubicBezTo>
                  <a:cubicBezTo>
                    <a:pt x="1577" y="3170"/>
                    <a:pt x="1816" y="2197"/>
                    <a:pt x="2124" y="1246"/>
                  </a:cubicBezTo>
                  <a:close/>
                  <a:moveTo>
                    <a:pt x="1796" y="56741"/>
                  </a:moveTo>
                  <a:cubicBezTo>
                    <a:pt x="2019" y="57044"/>
                    <a:pt x="2266" y="57328"/>
                    <a:pt x="2537" y="57589"/>
                  </a:cubicBezTo>
                  <a:cubicBezTo>
                    <a:pt x="2262" y="57609"/>
                    <a:pt x="1987" y="57631"/>
                    <a:pt x="1714" y="57661"/>
                  </a:cubicBezTo>
                  <a:cubicBezTo>
                    <a:pt x="1754" y="57359"/>
                    <a:pt x="1778" y="57051"/>
                    <a:pt x="1796" y="56741"/>
                  </a:cubicBezTo>
                  <a:close/>
                  <a:moveTo>
                    <a:pt x="8719" y="0"/>
                  </a:moveTo>
                  <a:cubicBezTo>
                    <a:pt x="6094" y="0"/>
                    <a:pt x="3474" y="55"/>
                    <a:pt x="877" y="244"/>
                  </a:cubicBezTo>
                  <a:cubicBezTo>
                    <a:pt x="844" y="246"/>
                    <a:pt x="819" y="259"/>
                    <a:pt x="789" y="266"/>
                  </a:cubicBezTo>
                  <a:cubicBezTo>
                    <a:pt x="771" y="264"/>
                    <a:pt x="752" y="263"/>
                    <a:pt x="734" y="263"/>
                  </a:cubicBezTo>
                  <a:cubicBezTo>
                    <a:pt x="541" y="263"/>
                    <a:pt x="349" y="388"/>
                    <a:pt x="331" y="651"/>
                  </a:cubicBezTo>
                  <a:cubicBezTo>
                    <a:pt x="1" y="5484"/>
                    <a:pt x="225" y="10382"/>
                    <a:pt x="256" y="15225"/>
                  </a:cubicBezTo>
                  <a:cubicBezTo>
                    <a:pt x="288" y="20083"/>
                    <a:pt x="319" y="24941"/>
                    <a:pt x="350" y="29799"/>
                  </a:cubicBezTo>
                  <a:lnTo>
                    <a:pt x="440" y="44026"/>
                  </a:lnTo>
                  <a:lnTo>
                    <a:pt x="486" y="51313"/>
                  </a:lnTo>
                  <a:cubicBezTo>
                    <a:pt x="501" y="53595"/>
                    <a:pt x="196" y="56150"/>
                    <a:pt x="694" y="58379"/>
                  </a:cubicBezTo>
                  <a:cubicBezTo>
                    <a:pt x="743" y="58599"/>
                    <a:pt x="943" y="58709"/>
                    <a:pt x="1142" y="58709"/>
                  </a:cubicBezTo>
                  <a:cubicBezTo>
                    <a:pt x="1313" y="58709"/>
                    <a:pt x="1484" y="58628"/>
                    <a:pt x="1560" y="58465"/>
                  </a:cubicBezTo>
                  <a:cubicBezTo>
                    <a:pt x="2410" y="58574"/>
                    <a:pt x="3275" y="58631"/>
                    <a:pt x="4143" y="58662"/>
                  </a:cubicBezTo>
                  <a:cubicBezTo>
                    <a:pt x="4267" y="58711"/>
                    <a:pt x="4390" y="58760"/>
                    <a:pt x="4517" y="58797"/>
                  </a:cubicBezTo>
                  <a:cubicBezTo>
                    <a:pt x="4549" y="58806"/>
                    <a:pt x="4579" y="58811"/>
                    <a:pt x="4608" y="58811"/>
                  </a:cubicBezTo>
                  <a:cubicBezTo>
                    <a:pt x="4706" y="58811"/>
                    <a:pt x="4782" y="58758"/>
                    <a:pt x="4829" y="58685"/>
                  </a:cubicBezTo>
                  <a:cubicBezTo>
                    <a:pt x="5253" y="58694"/>
                    <a:pt x="5679" y="58697"/>
                    <a:pt x="6104" y="58697"/>
                  </a:cubicBezTo>
                  <a:cubicBezTo>
                    <a:pt x="7282" y="58697"/>
                    <a:pt x="8460" y="58673"/>
                    <a:pt x="9622" y="58673"/>
                  </a:cubicBezTo>
                  <a:cubicBezTo>
                    <a:pt x="9831" y="58673"/>
                    <a:pt x="10041" y="58674"/>
                    <a:pt x="10249" y="58676"/>
                  </a:cubicBezTo>
                  <a:cubicBezTo>
                    <a:pt x="12029" y="58692"/>
                    <a:pt x="13808" y="58697"/>
                    <a:pt x="15587" y="58697"/>
                  </a:cubicBezTo>
                  <a:cubicBezTo>
                    <a:pt x="16811" y="58697"/>
                    <a:pt x="18034" y="58695"/>
                    <a:pt x="19258" y="58693"/>
                  </a:cubicBezTo>
                  <a:cubicBezTo>
                    <a:pt x="25610" y="58680"/>
                    <a:pt x="31963" y="58642"/>
                    <a:pt x="38314" y="58575"/>
                  </a:cubicBezTo>
                  <a:cubicBezTo>
                    <a:pt x="50762" y="58444"/>
                    <a:pt x="63207" y="58209"/>
                    <a:pt x="75651" y="57869"/>
                  </a:cubicBezTo>
                  <a:cubicBezTo>
                    <a:pt x="75753" y="57933"/>
                    <a:pt x="75875" y="57965"/>
                    <a:pt x="75997" y="57965"/>
                  </a:cubicBezTo>
                  <a:cubicBezTo>
                    <a:pt x="76255" y="57965"/>
                    <a:pt x="76513" y="57823"/>
                    <a:pt x="76585" y="57538"/>
                  </a:cubicBezTo>
                  <a:cubicBezTo>
                    <a:pt x="76668" y="57367"/>
                    <a:pt x="76677" y="57171"/>
                    <a:pt x="76610" y="56994"/>
                  </a:cubicBezTo>
                  <a:cubicBezTo>
                    <a:pt x="76695" y="47727"/>
                    <a:pt x="76782" y="38459"/>
                    <a:pt x="76869" y="29191"/>
                  </a:cubicBezTo>
                  <a:cubicBezTo>
                    <a:pt x="76954" y="19914"/>
                    <a:pt x="77386" y="10546"/>
                    <a:pt x="77006" y="1274"/>
                  </a:cubicBezTo>
                  <a:cubicBezTo>
                    <a:pt x="77324" y="946"/>
                    <a:pt x="77187" y="235"/>
                    <a:pt x="76591" y="229"/>
                  </a:cubicBezTo>
                  <a:cubicBezTo>
                    <a:pt x="66238" y="106"/>
                    <a:pt x="55885" y="74"/>
                    <a:pt x="45533" y="74"/>
                  </a:cubicBezTo>
                  <a:cubicBezTo>
                    <a:pt x="43221" y="74"/>
                    <a:pt x="40908" y="76"/>
                    <a:pt x="38596" y="78"/>
                  </a:cubicBezTo>
                  <a:cubicBezTo>
                    <a:pt x="32411" y="84"/>
                    <a:pt x="26225" y="94"/>
                    <a:pt x="20040" y="108"/>
                  </a:cubicBezTo>
                  <a:cubicBezTo>
                    <a:pt x="19935" y="108"/>
                    <a:pt x="19830" y="108"/>
                    <a:pt x="19725" y="108"/>
                  </a:cubicBezTo>
                  <a:cubicBezTo>
                    <a:pt x="16078" y="108"/>
                    <a:pt x="12393" y="0"/>
                    <a:pt x="87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36" name="Google Shape;436;p44"/>
          <p:cNvPicPr preferRelativeResize="0"/>
          <p:nvPr/>
        </p:nvPicPr>
        <p:blipFill rotWithShape="1">
          <a:blip r:embed="rId3">
            <a:alphaModFix/>
          </a:blip>
          <a:srcRect t="16734" r="8892" b="18300"/>
          <a:stretch/>
        </p:blipFill>
        <p:spPr>
          <a:xfrm rot="10800000">
            <a:off x="62175" y="3766782"/>
            <a:ext cx="2036850" cy="846042"/>
          </a:xfrm>
          <a:prstGeom prst="rect">
            <a:avLst/>
          </a:prstGeom>
          <a:noFill/>
          <a:ln>
            <a:noFill/>
          </a:ln>
        </p:spPr>
      </p:pic>
      <p:sp>
        <p:nvSpPr>
          <p:cNvPr id="10" name="Google Shape;543;p52"/>
          <p:cNvSpPr txBox="1">
            <a:spLocks/>
          </p:cNvSpPr>
          <p:nvPr/>
        </p:nvSpPr>
        <p:spPr>
          <a:xfrm>
            <a:off x="481035" y="883282"/>
            <a:ext cx="4288806" cy="135343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2800"/>
              <a:buFont typeface="Concert One"/>
              <a:buNone/>
              <a:defRPr sz="2800" b="1" i="0" u="none" strike="noStrike" cap="none">
                <a:solidFill>
                  <a:schemeClr val="accent2"/>
                </a:solidFill>
                <a:latin typeface="Concert One"/>
                <a:ea typeface="Concert One"/>
                <a:cs typeface="Concert One"/>
                <a:sym typeface="Concert One"/>
              </a:defRPr>
            </a:lvl1pPr>
            <a:lvl2pPr marR="0" lvl="1"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2pPr>
            <a:lvl3pPr marR="0" lvl="2"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3pPr>
            <a:lvl4pPr marR="0" lvl="3"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4pPr>
            <a:lvl5pPr marR="0" lvl="4"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5pPr>
            <a:lvl6pPr marR="0" lvl="5"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6pPr>
            <a:lvl7pPr marR="0" lvl="6"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7pPr>
            <a:lvl8pPr marR="0" lvl="7"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8pPr>
            <a:lvl9pPr marR="0" lvl="8" algn="l" rtl="0">
              <a:lnSpc>
                <a:spcPct val="80000"/>
              </a:lnSpc>
              <a:spcBef>
                <a:spcPts val="0"/>
              </a:spcBef>
              <a:spcAft>
                <a:spcPts val="0"/>
              </a:spcAft>
              <a:buClr>
                <a:schemeClr val="accent2"/>
              </a:buClr>
              <a:buSzPts val="2800"/>
              <a:buFont typeface="Arial"/>
              <a:buNone/>
              <a:defRPr sz="2800" b="0" i="0" u="none" strike="noStrike" cap="none">
                <a:solidFill>
                  <a:schemeClr val="accent2"/>
                </a:solidFill>
                <a:latin typeface="Arial"/>
                <a:ea typeface="Arial"/>
                <a:cs typeface="Arial"/>
                <a:sym typeface="Arial"/>
              </a:defRPr>
            </a:lvl9pPr>
          </a:lstStyle>
          <a:p>
            <a:r>
              <a:rPr lang="en-US" sz="4400" dirty="0" smtClean="0"/>
              <a:t>Thanks for </a:t>
            </a:r>
            <a:br>
              <a:rPr lang="en-US" sz="4400" dirty="0" smtClean="0"/>
            </a:br>
            <a:r>
              <a:rPr lang="en-US" sz="4400" dirty="0" smtClean="0"/>
              <a:t>your attention!</a:t>
            </a:r>
            <a:endParaRPr lang="en-US" sz="4400" dirty="0"/>
          </a:p>
        </p:txBody>
      </p:sp>
      <p:pic>
        <p:nvPicPr>
          <p:cNvPr id="12" name="Google Shape;545;p52"/>
          <p:cNvPicPr preferRelativeResize="0"/>
          <p:nvPr/>
        </p:nvPicPr>
        <p:blipFill rotWithShape="1">
          <a:blip r:embed="rId4">
            <a:alphaModFix/>
          </a:blip>
          <a:srcRect t="16970" r="8892" b="21025"/>
          <a:stretch/>
        </p:blipFill>
        <p:spPr>
          <a:xfrm rot="10800000">
            <a:off x="5847737" y="1185559"/>
            <a:ext cx="2036850" cy="810276"/>
          </a:xfrm>
          <a:prstGeom prst="rect">
            <a:avLst/>
          </a:prstGeom>
          <a:noFill/>
          <a:ln>
            <a:noFill/>
          </a:ln>
        </p:spPr>
      </p:pic>
      <p:pic>
        <p:nvPicPr>
          <p:cNvPr id="13" name="Google Shape;545;p52"/>
          <p:cNvPicPr preferRelativeResize="0"/>
          <p:nvPr/>
        </p:nvPicPr>
        <p:blipFill rotWithShape="1">
          <a:blip r:embed="rId4">
            <a:alphaModFix/>
          </a:blip>
          <a:srcRect t="16970" r="8892" b="21025"/>
          <a:stretch/>
        </p:blipFill>
        <p:spPr>
          <a:xfrm rot="10800000">
            <a:off x="5850235" y="2647434"/>
            <a:ext cx="2036850" cy="810276"/>
          </a:xfrm>
          <a:prstGeom prst="rect">
            <a:avLst/>
          </a:prstGeom>
          <a:noFill/>
          <a:ln>
            <a:noFill/>
          </a:ln>
        </p:spPr>
      </p:pic>
      <p:pic>
        <p:nvPicPr>
          <p:cNvPr id="14" name="Google Shape;545;p52"/>
          <p:cNvPicPr preferRelativeResize="0"/>
          <p:nvPr/>
        </p:nvPicPr>
        <p:blipFill rotWithShape="1">
          <a:blip r:embed="rId4">
            <a:alphaModFix/>
          </a:blip>
          <a:srcRect t="16970" r="8892" b="21025"/>
          <a:stretch/>
        </p:blipFill>
        <p:spPr>
          <a:xfrm rot="10800000">
            <a:off x="5856435" y="1938801"/>
            <a:ext cx="2036850" cy="810276"/>
          </a:xfrm>
          <a:prstGeom prst="rect">
            <a:avLst/>
          </a:prstGeom>
          <a:noFill/>
          <a:ln>
            <a:noFill/>
          </a:ln>
        </p:spPr>
      </p:pic>
      <p:sp>
        <p:nvSpPr>
          <p:cNvPr id="15" name="Google Shape;556;p52"/>
          <p:cNvSpPr/>
          <p:nvPr/>
        </p:nvSpPr>
        <p:spPr>
          <a:xfrm>
            <a:off x="6155859" y="1448798"/>
            <a:ext cx="177981" cy="328887"/>
          </a:xfrm>
          <a:custGeom>
            <a:avLst/>
            <a:gdLst/>
            <a:ahLst/>
            <a:cxnLst/>
            <a:rect l="l" t="t" r="r" b="b"/>
            <a:pathLst>
              <a:path w="47941" h="88589" extrusionOk="0">
                <a:moveTo>
                  <a:pt x="38141" y="2691"/>
                </a:moveTo>
                <a:cubicBezTo>
                  <a:pt x="43569" y="2691"/>
                  <a:pt x="44491" y="4019"/>
                  <a:pt x="44606" y="4701"/>
                </a:cubicBezTo>
                <a:lnTo>
                  <a:pt x="44660" y="5022"/>
                </a:lnTo>
                <a:cubicBezTo>
                  <a:pt x="44844" y="6092"/>
                  <a:pt x="45229" y="8318"/>
                  <a:pt x="45056" y="10271"/>
                </a:cubicBezTo>
                <a:cubicBezTo>
                  <a:pt x="44798" y="13194"/>
                  <a:pt x="43521" y="13415"/>
                  <a:pt x="43038" y="13498"/>
                </a:cubicBezTo>
                <a:cubicBezTo>
                  <a:pt x="42397" y="13608"/>
                  <a:pt x="41671" y="13710"/>
                  <a:pt x="40898" y="13816"/>
                </a:cubicBezTo>
                <a:cubicBezTo>
                  <a:pt x="36035" y="14494"/>
                  <a:pt x="28681" y="15518"/>
                  <a:pt x="28722" y="21257"/>
                </a:cubicBezTo>
                <a:cubicBezTo>
                  <a:pt x="28732" y="22476"/>
                  <a:pt x="28810" y="26265"/>
                  <a:pt x="28921" y="31564"/>
                </a:cubicBezTo>
                <a:cubicBezTo>
                  <a:pt x="28936" y="32294"/>
                  <a:pt x="29534" y="32881"/>
                  <a:pt x="30266" y="32881"/>
                </a:cubicBezTo>
                <a:lnTo>
                  <a:pt x="30417" y="32881"/>
                </a:lnTo>
                <a:cubicBezTo>
                  <a:pt x="39181" y="32881"/>
                  <a:pt x="41522" y="33182"/>
                  <a:pt x="42139" y="33331"/>
                </a:cubicBezTo>
                <a:cubicBezTo>
                  <a:pt x="43239" y="35122"/>
                  <a:pt x="43363" y="44174"/>
                  <a:pt x="42297" y="45744"/>
                </a:cubicBezTo>
                <a:cubicBezTo>
                  <a:pt x="41373" y="45989"/>
                  <a:pt x="37330" y="46511"/>
                  <a:pt x="30504" y="47017"/>
                </a:cubicBezTo>
                <a:cubicBezTo>
                  <a:pt x="29791" y="47069"/>
                  <a:pt x="29246" y="47669"/>
                  <a:pt x="29259" y="48384"/>
                </a:cubicBezTo>
                <a:cubicBezTo>
                  <a:pt x="29778" y="75929"/>
                  <a:pt x="29655" y="83246"/>
                  <a:pt x="29460" y="84394"/>
                </a:cubicBezTo>
                <a:cubicBezTo>
                  <a:pt x="28902" y="85003"/>
                  <a:pt x="26053" y="85926"/>
                  <a:pt x="22979" y="85926"/>
                </a:cubicBezTo>
                <a:cubicBezTo>
                  <a:pt x="21770" y="85926"/>
                  <a:pt x="20526" y="85783"/>
                  <a:pt x="19373" y="85423"/>
                </a:cubicBezTo>
                <a:cubicBezTo>
                  <a:pt x="17132" y="84719"/>
                  <a:pt x="16008" y="83391"/>
                  <a:pt x="15936" y="81358"/>
                </a:cubicBezTo>
                <a:cubicBezTo>
                  <a:pt x="15930" y="81195"/>
                  <a:pt x="15308" y="65021"/>
                  <a:pt x="15101" y="49066"/>
                </a:cubicBezTo>
                <a:cubicBezTo>
                  <a:pt x="15090" y="48330"/>
                  <a:pt x="14490" y="47738"/>
                  <a:pt x="13756" y="47738"/>
                </a:cubicBezTo>
                <a:lnTo>
                  <a:pt x="13667" y="47738"/>
                </a:lnTo>
                <a:cubicBezTo>
                  <a:pt x="6436" y="47738"/>
                  <a:pt x="5230" y="47085"/>
                  <a:pt x="5146" y="47035"/>
                </a:cubicBezTo>
                <a:cubicBezTo>
                  <a:pt x="3043" y="45166"/>
                  <a:pt x="2508" y="35417"/>
                  <a:pt x="3476" y="33500"/>
                </a:cubicBezTo>
                <a:cubicBezTo>
                  <a:pt x="4680" y="33420"/>
                  <a:pt x="8379" y="33271"/>
                  <a:pt x="13786" y="33126"/>
                </a:cubicBezTo>
                <a:cubicBezTo>
                  <a:pt x="14505" y="33108"/>
                  <a:pt x="15083" y="32526"/>
                  <a:pt x="15096" y="31807"/>
                </a:cubicBezTo>
                <a:cubicBezTo>
                  <a:pt x="15211" y="25371"/>
                  <a:pt x="15488" y="21010"/>
                  <a:pt x="15915" y="18842"/>
                </a:cubicBezTo>
                <a:cubicBezTo>
                  <a:pt x="17875" y="8892"/>
                  <a:pt x="23115" y="4008"/>
                  <a:pt x="32908" y="2997"/>
                </a:cubicBezTo>
                <a:cubicBezTo>
                  <a:pt x="35003" y="2781"/>
                  <a:pt x="36725" y="2691"/>
                  <a:pt x="38141" y="2691"/>
                </a:cubicBezTo>
                <a:close/>
                <a:moveTo>
                  <a:pt x="38089" y="1"/>
                </a:moveTo>
                <a:cubicBezTo>
                  <a:pt x="36249" y="1"/>
                  <a:pt x="34354" y="148"/>
                  <a:pt x="32633" y="325"/>
                </a:cubicBezTo>
                <a:cubicBezTo>
                  <a:pt x="21621" y="1460"/>
                  <a:pt x="15471" y="7179"/>
                  <a:pt x="13275" y="18324"/>
                </a:cubicBezTo>
                <a:cubicBezTo>
                  <a:pt x="12842" y="20525"/>
                  <a:pt x="12565" y="24507"/>
                  <a:pt x="12433" y="30475"/>
                </a:cubicBezTo>
                <a:cubicBezTo>
                  <a:pt x="2742" y="30739"/>
                  <a:pt x="2493" y="30878"/>
                  <a:pt x="2207" y="31032"/>
                </a:cubicBezTo>
                <a:cubicBezTo>
                  <a:pt x="1250" y="31545"/>
                  <a:pt x="687" y="32781"/>
                  <a:pt x="438" y="34917"/>
                </a:cubicBezTo>
                <a:cubicBezTo>
                  <a:pt x="0" y="38663"/>
                  <a:pt x="600" y="46591"/>
                  <a:pt x="3361" y="49044"/>
                </a:cubicBezTo>
                <a:cubicBezTo>
                  <a:pt x="4089" y="49690"/>
                  <a:pt x="5759" y="50350"/>
                  <a:pt x="12433" y="50422"/>
                </a:cubicBezTo>
                <a:cubicBezTo>
                  <a:pt x="12656" y="65972"/>
                  <a:pt x="13245" y="81306"/>
                  <a:pt x="13251" y="81458"/>
                </a:cubicBezTo>
                <a:cubicBezTo>
                  <a:pt x="13383" y="85282"/>
                  <a:pt x="16103" y="87833"/>
                  <a:pt x="20716" y="88456"/>
                </a:cubicBezTo>
                <a:cubicBezTo>
                  <a:pt x="21393" y="88543"/>
                  <a:pt x="22074" y="88589"/>
                  <a:pt x="22758" y="88589"/>
                </a:cubicBezTo>
                <a:cubicBezTo>
                  <a:pt x="22789" y="88589"/>
                  <a:pt x="22820" y="88589"/>
                  <a:pt x="22851" y="88589"/>
                </a:cubicBezTo>
                <a:cubicBezTo>
                  <a:pt x="26682" y="88589"/>
                  <a:pt x="31331" y="87456"/>
                  <a:pt x="32018" y="85260"/>
                </a:cubicBezTo>
                <a:cubicBezTo>
                  <a:pt x="32206" y="84654"/>
                  <a:pt x="32598" y="83400"/>
                  <a:pt x="31972" y="49603"/>
                </a:cubicBezTo>
                <a:cubicBezTo>
                  <a:pt x="35448" y="49328"/>
                  <a:pt x="42291" y="48730"/>
                  <a:pt x="43516" y="48163"/>
                </a:cubicBezTo>
                <a:cubicBezTo>
                  <a:pt x="44573" y="47676"/>
                  <a:pt x="45186" y="46348"/>
                  <a:pt x="45502" y="43867"/>
                </a:cubicBezTo>
                <a:cubicBezTo>
                  <a:pt x="45873" y="40952"/>
                  <a:pt x="45914" y="32896"/>
                  <a:pt x="43807" y="31175"/>
                </a:cubicBezTo>
                <a:cubicBezTo>
                  <a:pt x="43289" y="30750"/>
                  <a:pt x="42650" y="30226"/>
                  <a:pt x="31582" y="30194"/>
                </a:cubicBezTo>
                <a:cubicBezTo>
                  <a:pt x="31487" y="25616"/>
                  <a:pt x="31420" y="22339"/>
                  <a:pt x="31411" y="21237"/>
                </a:cubicBezTo>
                <a:cubicBezTo>
                  <a:pt x="31390" y="18114"/>
                  <a:pt x="36063" y="17205"/>
                  <a:pt x="41269" y="16479"/>
                </a:cubicBezTo>
                <a:cubicBezTo>
                  <a:pt x="42074" y="16369"/>
                  <a:pt x="42828" y="16263"/>
                  <a:pt x="43497" y="16148"/>
                </a:cubicBezTo>
                <a:cubicBezTo>
                  <a:pt x="45229" y="15849"/>
                  <a:pt x="47371" y="14628"/>
                  <a:pt x="47737" y="10507"/>
                </a:cubicBezTo>
                <a:cubicBezTo>
                  <a:pt x="47941" y="8205"/>
                  <a:pt x="47514" y="5747"/>
                  <a:pt x="47310" y="4565"/>
                </a:cubicBezTo>
                <a:lnTo>
                  <a:pt x="47256" y="4260"/>
                </a:lnTo>
                <a:cubicBezTo>
                  <a:pt x="46692" y="865"/>
                  <a:pt x="42552" y="1"/>
                  <a:pt x="380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548;p52"/>
          <p:cNvGrpSpPr/>
          <p:nvPr/>
        </p:nvGrpSpPr>
        <p:grpSpPr>
          <a:xfrm>
            <a:off x="6155859" y="2240969"/>
            <a:ext cx="282068" cy="274480"/>
            <a:chOff x="7400159" y="291277"/>
            <a:chExt cx="282068" cy="274480"/>
          </a:xfrm>
        </p:grpSpPr>
        <p:sp>
          <p:nvSpPr>
            <p:cNvPr id="17" name="Google Shape;549;p52"/>
            <p:cNvSpPr/>
            <p:nvPr/>
          </p:nvSpPr>
          <p:spPr>
            <a:xfrm>
              <a:off x="7613904" y="322889"/>
              <a:ext cx="37563" cy="33951"/>
            </a:xfrm>
            <a:custGeom>
              <a:avLst/>
              <a:gdLst/>
              <a:ahLst/>
              <a:cxnLst/>
              <a:rect l="l" t="t" r="r" b="b"/>
              <a:pathLst>
                <a:path w="10118" h="9145" extrusionOk="0">
                  <a:moveTo>
                    <a:pt x="4732" y="2689"/>
                  </a:moveTo>
                  <a:cubicBezTo>
                    <a:pt x="5672" y="2689"/>
                    <a:pt x="6415" y="3023"/>
                    <a:pt x="6839" y="3655"/>
                  </a:cubicBezTo>
                  <a:cubicBezTo>
                    <a:pt x="7264" y="4290"/>
                    <a:pt x="7264" y="5087"/>
                    <a:pt x="6844" y="5689"/>
                  </a:cubicBezTo>
                  <a:cubicBezTo>
                    <a:pt x="6470" y="6224"/>
                    <a:pt x="5776" y="6456"/>
                    <a:pt x="5101" y="6456"/>
                  </a:cubicBezTo>
                  <a:cubicBezTo>
                    <a:pt x="4845" y="6456"/>
                    <a:pt x="4592" y="6422"/>
                    <a:pt x="4360" y="6360"/>
                  </a:cubicBezTo>
                  <a:cubicBezTo>
                    <a:pt x="3875" y="6230"/>
                    <a:pt x="3050" y="5864"/>
                    <a:pt x="2967" y="4881"/>
                  </a:cubicBezTo>
                  <a:cubicBezTo>
                    <a:pt x="2822" y="3159"/>
                    <a:pt x="3572" y="2847"/>
                    <a:pt x="3691" y="2811"/>
                  </a:cubicBezTo>
                  <a:cubicBezTo>
                    <a:pt x="4033" y="2733"/>
                    <a:pt x="4381" y="2692"/>
                    <a:pt x="4732" y="2689"/>
                  </a:cubicBezTo>
                  <a:close/>
                  <a:moveTo>
                    <a:pt x="4732" y="0"/>
                  </a:moveTo>
                  <a:cubicBezTo>
                    <a:pt x="4218" y="0"/>
                    <a:pt x="3682" y="59"/>
                    <a:pt x="3132" y="180"/>
                  </a:cubicBezTo>
                  <a:cubicBezTo>
                    <a:pt x="2023" y="407"/>
                    <a:pt x="1" y="1730"/>
                    <a:pt x="286" y="5108"/>
                  </a:cubicBezTo>
                  <a:cubicBezTo>
                    <a:pt x="445" y="6966"/>
                    <a:pt x="1737" y="8441"/>
                    <a:pt x="3662" y="8956"/>
                  </a:cubicBezTo>
                  <a:cubicBezTo>
                    <a:pt x="4126" y="9082"/>
                    <a:pt x="4604" y="9145"/>
                    <a:pt x="5085" y="9145"/>
                  </a:cubicBezTo>
                  <a:cubicBezTo>
                    <a:pt x="6686" y="9145"/>
                    <a:pt x="8199" y="8443"/>
                    <a:pt x="9050" y="7226"/>
                  </a:cubicBezTo>
                  <a:cubicBezTo>
                    <a:pt x="10107" y="5710"/>
                    <a:pt x="10118" y="3722"/>
                    <a:pt x="9076" y="2163"/>
                  </a:cubicBezTo>
                  <a:cubicBezTo>
                    <a:pt x="8138" y="758"/>
                    <a:pt x="6574" y="0"/>
                    <a:pt x="47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50;p52"/>
            <p:cNvSpPr/>
            <p:nvPr/>
          </p:nvSpPr>
          <p:spPr>
            <a:xfrm>
              <a:off x="7454520" y="344442"/>
              <a:ext cx="180320" cy="168978"/>
            </a:xfrm>
            <a:custGeom>
              <a:avLst/>
              <a:gdLst/>
              <a:ahLst/>
              <a:cxnLst/>
              <a:rect l="l" t="t" r="r" b="b"/>
              <a:pathLst>
                <a:path w="48571" h="45516" extrusionOk="0">
                  <a:moveTo>
                    <a:pt x="23895" y="2651"/>
                  </a:moveTo>
                  <a:cubicBezTo>
                    <a:pt x="25170" y="2651"/>
                    <a:pt x="26002" y="2785"/>
                    <a:pt x="26138" y="2811"/>
                  </a:cubicBezTo>
                  <a:cubicBezTo>
                    <a:pt x="26199" y="2822"/>
                    <a:pt x="26260" y="2829"/>
                    <a:pt x="26322" y="2831"/>
                  </a:cubicBezTo>
                  <a:cubicBezTo>
                    <a:pt x="31983" y="3067"/>
                    <a:pt x="36907" y="6166"/>
                    <a:pt x="41377" y="12305"/>
                  </a:cubicBezTo>
                  <a:cubicBezTo>
                    <a:pt x="44043" y="15967"/>
                    <a:pt x="45712" y="23481"/>
                    <a:pt x="43562" y="30198"/>
                  </a:cubicBezTo>
                  <a:cubicBezTo>
                    <a:pt x="42330" y="34042"/>
                    <a:pt x="39326" y="39138"/>
                    <a:pt x="32011" y="41576"/>
                  </a:cubicBezTo>
                  <a:cubicBezTo>
                    <a:pt x="29553" y="42395"/>
                    <a:pt x="26996" y="42791"/>
                    <a:pt x="24471" y="42791"/>
                  </a:cubicBezTo>
                  <a:cubicBezTo>
                    <a:pt x="18646" y="42791"/>
                    <a:pt x="12991" y="40683"/>
                    <a:pt x="9109" y="36799"/>
                  </a:cubicBezTo>
                  <a:cubicBezTo>
                    <a:pt x="4202" y="31892"/>
                    <a:pt x="2850" y="25142"/>
                    <a:pt x="5302" y="17790"/>
                  </a:cubicBezTo>
                  <a:cubicBezTo>
                    <a:pt x="9804" y="4277"/>
                    <a:pt x="19492" y="2651"/>
                    <a:pt x="23895" y="2651"/>
                  </a:cubicBezTo>
                  <a:close/>
                  <a:moveTo>
                    <a:pt x="24154" y="0"/>
                  </a:moveTo>
                  <a:cubicBezTo>
                    <a:pt x="19138" y="0"/>
                    <a:pt x="7804" y="1774"/>
                    <a:pt x="2751" y="16939"/>
                  </a:cubicBezTo>
                  <a:cubicBezTo>
                    <a:pt x="1" y="25187"/>
                    <a:pt x="1625" y="33120"/>
                    <a:pt x="7205" y="38700"/>
                  </a:cubicBezTo>
                  <a:cubicBezTo>
                    <a:pt x="11640" y="43135"/>
                    <a:pt x="17868" y="45515"/>
                    <a:pt x="24352" y="45515"/>
                  </a:cubicBezTo>
                  <a:cubicBezTo>
                    <a:pt x="27245" y="45511"/>
                    <a:pt x="30119" y="45043"/>
                    <a:pt x="32862" y="44127"/>
                  </a:cubicBezTo>
                  <a:cubicBezTo>
                    <a:pt x="41247" y="41331"/>
                    <a:pt x="44701" y="35456"/>
                    <a:pt x="46124" y="31017"/>
                  </a:cubicBezTo>
                  <a:cubicBezTo>
                    <a:pt x="48571" y="23377"/>
                    <a:pt x="46683" y="15025"/>
                    <a:pt x="43551" y="10724"/>
                  </a:cubicBezTo>
                  <a:cubicBezTo>
                    <a:pt x="38657" y="3998"/>
                    <a:pt x="32923" y="440"/>
                    <a:pt x="26509" y="148"/>
                  </a:cubicBezTo>
                  <a:cubicBezTo>
                    <a:pt x="26217" y="105"/>
                    <a:pt x="25371" y="0"/>
                    <a:pt x="241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51;p52"/>
            <p:cNvSpPr/>
            <p:nvPr/>
          </p:nvSpPr>
          <p:spPr>
            <a:xfrm>
              <a:off x="7400159" y="291277"/>
              <a:ext cx="282068" cy="274480"/>
            </a:xfrm>
            <a:custGeom>
              <a:avLst/>
              <a:gdLst/>
              <a:ahLst/>
              <a:cxnLst/>
              <a:rect l="l" t="t" r="r" b="b"/>
              <a:pathLst>
                <a:path w="75978" h="73934" extrusionOk="0">
                  <a:moveTo>
                    <a:pt x="51311" y="2690"/>
                  </a:moveTo>
                  <a:cubicBezTo>
                    <a:pt x="58159" y="2690"/>
                    <a:pt x="63248" y="2796"/>
                    <a:pt x="64173" y="3076"/>
                  </a:cubicBezTo>
                  <a:lnTo>
                    <a:pt x="64440" y="3172"/>
                  </a:lnTo>
                  <a:cubicBezTo>
                    <a:pt x="67188" y="4144"/>
                    <a:pt x="71341" y="5612"/>
                    <a:pt x="72270" y="15103"/>
                  </a:cubicBezTo>
                  <a:cubicBezTo>
                    <a:pt x="73297" y="25545"/>
                    <a:pt x="72277" y="55362"/>
                    <a:pt x="72266" y="55661"/>
                  </a:cubicBezTo>
                  <a:cubicBezTo>
                    <a:pt x="72266" y="55697"/>
                    <a:pt x="72266" y="55731"/>
                    <a:pt x="72266" y="55767"/>
                  </a:cubicBezTo>
                  <a:lnTo>
                    <a:pt x="72266" y="55767"/>
                  </a:lnTo>
                  <a:cubicBezTo>
                    <a:pt x="72272" y="55893"/>
                    <a:pt x="72716" y="68241"/>
                    <a:pt x="64340" y="70062"/>
                  </a:cubicBezTo>
                  <a:cubicBezTo>
                    <a:pt x="60094" y="70985"/>
                    <a:pt x="49624" y="71238"/>
                    <a:pt x="39431" y="71238"/>
                  </a:cubicBezTo>
                  <a:cubicBezTo>
                    <a:pt x="27873" y="71238"/>
                    <a:pt x="16671" y="70913"/>
                    <a:pt x="15296" y="70872"/>
                  </a:cubicBezTo>
                  <a:cubicBezTo>
                    <a:pt x="14232" y="70601"/>
                    <a:pt x="5741" y="68167"/>
                    <a:pt x="4325" y="59665"/>
                  </a:cubicBezTo>
                  <a:cubicBezTo>
                    <a:pt x="2701" y="49914"/>
                    <a:pt x="5564" y="12942"/>
                    <a:pt x="5592" y="12570"/>
                  </a:cubicBezTo>
                  <a:cubicBezTo>
                    <a:pt x="5594" y="12535"/>
                    <a:pt x="5596" y="12500"/>
                    <a:pt x="5596" y="12464"/>
                  </a:cubicBezTo>
                  <a:cubicBezTo>
                    <a:pt x="5596" y="12093"/>
                    <a:pt x="5733" y="3384"/>
                    <a:pt x="17444" y="3154"/>
                  </a:cubicBezTo>
                  <a:cubicBezTo>
                    <a:pt x="27462" y="2917"/>
                    <a:pt x="41275" y="2690"/>
                    <a:pt x="51311" y="2690"/>
                  </a:cubicBezTo>
                  <a:close/>
                  <a:moveTo>
                    <a:pt x="50310" y="1"/>
                  </a:moveTo>
                  <a:cubicBezTo>
                    <a:pt x="38047" y="1"/>
                    <a:pt x="21993" y="358"/>
                    <a:pt x="17388" y="467"/>
                  </a:cubicBezTo>
                  <a:cubicBezTo>
                    <a:pt x="3702" y="735"/>
                    <a:pt x="2950" y="11351"/>
                    <a:pt x="2909" y="12384"/>
                  </a:cubicBezTo>
                  <a:cubicBezTo>
                    <a:pt x="2764" y="14246"/>
                    <a:pt x="1" y="50083"/>
                    <a:pt x="1672" y="60107"/>
                  </a:cubicBezTo>
                  <a:cubicBezTo>
                    <a:pt x="3472" y="70906"/>
                    <a:pt x="14362" y="73423"/>
                    <a:pt x="14826" y="73524"/>
                  </a:cubicBezTo>
                  <a:cubicBezTo>
                    <a:pt x="14908" y="73542"/>
                    <a:pt x="14990" y="73552"/>
                    <a:pt x="15073" y="73555"/>
                  </a:cubicBezTo>
                  <a:cubicBezTo>
                    <a:pt x="15947" y="73583"/>
                    <a:pt x="27362" y="73934"/>
                    <a:pt x="39277" y="73934"/>
                  </a:cubicBezTo>
                  <a:cubicBezTo>
                    <a:pt x="49654" y="73934"/>
                    <a:pt x="60414" y="73667"/>
                    <a:pt x="64912" y="72691"/>
                  </a:cubicBezTo>
                  <a:cubicBezTo>
                    <a:pt x="75278" y="70436"/>
                    <a:pt x="74997" y="56852"/>
                    <a:pt x="74953" y="55704"/>
                  </a:cubicBezTo>
                  <a:cubicBezTo>
                    <a:pt x="75018" y="53883"/>
                    <a:pt x="75978" y="25344"/>
                    <a:pt x="74949" y="14839"/>
                  </a:cubicBezTo>
                  <a:cubicBezTo>
                    <a:pt x="73849" y="3648"/>
                    <a:pt x="68314" y="1688"/>
                    <a:pt x="65338" y="636"/>
                  </a:cubicBezTo>
                  <a:lnTo>
                    <a:pt x="65081" y="545"/>
                  </a:lnTo>
                  <a:cubicBezTo>
                    <a:pt x="63935" y="135"/>
                    <a:pt x="57837" y="1"/>
                    <a:pt x="50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552;p52"/>
          <p:cNvGrpSpPr/>
          <p:nvPr/>
        </p:nvGrpSpPr>
        <p:grpSpPr>
          <a:xfrm>
            <a:off x="6160105" y="2944797"/>
            <a:ext cx="299752" cy="289321"/>
            <a:chOff x="4958324" y="-1574249"/>
            <a:chExt cx="299752" cy="289321"/>
          </a:xfrm>
        </p:grpSpPr>
        <p:sp>
          <p:nvSpPr>
            <p:cNvPr id="21" name="Google Shape;553;p52"/>
            <p:cNvSpPr/>
            <p:nvPr/>
          </p:nvSpPr>
          <p:spPr>
            <a:xfrm>
              <a:off x="4958324" y="-1485711"/>
              <a:ext cx="78260" cy="196774"/>
            </a:xfrm>
            <a:custGeom>
              <a:avLst/>
              <a:gdLst/>
              <a:ahLst/>
              <a:cxnLst/>
              <a:rect l="l" t="t" r="r" b="b"/>
              <a:pathLst>
                <a:path w="21080" h="53003" extrusionOk="0">
                  <a:moveTo>
                    <a:pt x="10803" y="2702"/>
                  </a:moveTo>
                  <a:cubicBezTo>
                    <a:pt x="13638" y="2702"/>
                    <a:pt x="16471" y="2813"/>
                    <a:pt x="17822" y="2968"/>
                  </a:cubicBezTo>
                  <a:cubicBezTo>
                    <a:pt x="18570" y="8401"/>
                    <a:pt x="17918" y="43933"/>
                    <a:pt x="17543" y="49230"/>
                  </a:cubicBezTo>
                  <a:cubicBezTo>
                    <a:pt x="16166" y="49949"/>
                    <a:pt x="10952" y="50301"/>
                    <a:pt x="7064" y="50301"/>
                  </a:cubicBezTo>
                  <a:cubicBezTo>
                    <a:pt x="5412" y="50301"/>
                    <a:pt x="3999" y="50237"/>
                    <a:pt x="3223" y="50111"/>
                  </a:cubicBezTo>
                  <a:cubicBezTo>
                    <a:pt x="2631" y="45726"/>
                    <a:pt x="3039" y="19747"/>
                    <a:pt x="3467" y="3176"/>
                  </a:cubicBezTo>
                  <a:cubicBezTo>
                    <a:pt x="4671" y="2832"/>
                    <a:pt x="7739" y="2702"/>
                    <a:pt x="10803" y="2702"/>
                  </a:cubicBezTo>
                  <a:close/>
                  <a:moveTo>
                    <a:pt x="10587" y="0"/>
                  </a:moveTo>
                  <a:cubicBezTo>
                    <a:pt x="6701" y="0"/>
                    <a:pt x="2739" y="267"/>
                    <a:pt x="1553" y="1121"/>
                  </a:cubicBezTo>
                  <a:cubicBezTo>
                    <a:pt x="910" y="1582"/>
                    <a:pt x="802" y="2174"/>
                    <a:pt x="793" y="2483"/>
                  </a:cubicBezTo>
                  <a:cubicBezTo>
                    <a:pt x="789" y="2676"/>
                    <a:pt x="477" y="14625"/>
                    <a:pt x="323" y="26522"/>
                  </a:cubicBezTo>
                  <a:cubicBezTo>
                    <a:pt x="0" y="51382"/>
                    <a:pt x="553" y="51751"/>
                    <a:pt x="1393" y="52311"/>
                  </a:cubicBezTo>
                  <a:cubicBezTo>
                    <a:pt x="2088" y="52775"/>
                    <a:pt x="4600" y="53002"/>
                    <a:pt x="7543" y="53002"/>
                  </a:cubicBezTo>
                  <a:cubicBezTo>
                    <a:pt x="11735" y="53002"/>
                    <a:pt x="16803" y="52539"/>
                    <a:pt x="18721" y="51631"/>
                  </a:cubicBezTo>
                  <a:cubicBezTo>
                    <a:pt x="19841" y="51101"/>
                    <a:pt x="20137" y="50378"/>
                    <a:pt x="20189" y="49862"/>
                  </a:cubicBezTo>
                  <a:cubicBezTo>
                    <a:pt x="20300" y="48745"/>
                    <a:pt x="20638" y="36863"/>
                    <a:pt x="20785" y="25147"/>
                  </a:cubicBezTo>
                  <a:cubicBezTo>
                    <a:pt x="21079" y="1065"/>
                    <a:pt x="20506" y="887"/>
                    <a:pt x="19245" y="500"/>
                  </a:cubicBezTo>
                  <a:cubicBezTo>
                    <a:pt x="18551" y="286"/>
                    <a:pt x="14610" y="0"/>
                    <a:pt x="105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54;p52"/>
            <p:cNvSpPr/>
            <p:nvPr/>
          </p:nvSpPr>
          <p:spPr>
            <a:xfrm>
              <a:off x="4958643" y="-1574249"/>
              <a:ext cx="75995" cy="74573"/>
            </a:xfrm>
            <a:custGeom>
              <a:avLst/>
              <a:gdLst/>
              <a:ahLst/>
              <a:cxnLst/>
              <a:rect l="l" t="t" r="r" b="b"/>
              <a:pathLst>
                <a:path w="20470" h="20087" extrusionOk="0">
                  <a:moveTo>
                    <a:pt x="10338" y="2694"/>
                  </a:moveTo>
                  <a:cubicBezTo>
                    <a:pt x="11722" y="2694"/>
                    <a:pt x="13985" y="2941"/>
                    <a:pt x="15612" y="4358"/>
                  </a:cubicBezTo>
                  <a:cubicBezTo>
                    <a:pt x="16844" y="5432"/>
                    <a:pt x="17516" y="7039"/>
                    <a:pt x="17609" y="9135"/>
                  </a:cubicBezTo>
                  <a:cubicBezTo>
                    <a:pt x="17739" y="12050"/>
                    <a:pt x="16316" y="14796"/>
                    <a:pt x="13895" y="16296"/>
                  </a:cubicBezTo>
                  <a:cubicBezTo>
                    <a:pt x="12720" y="17026"/>
                    <a:pt x="11421" y="17392"/>
                    <a:pt x="10126" y="17392"/>
                  </a:cubicBezTo>
                  <a:cubicBezTo>
                    <a:pt x="8969" y="17392"/>
                    <a:pt x="7815" y="17100"/>
                    <a:pt x="6755" y="16515"/>
                  </a:cubicBezTo>
                  <a:cubicBezTo>
                    <a:pt x="2054" y="13917"/>
                    <a:pt x="3416" y="8016"/>
                    <a:pt x="3617" y="7247"/>
                  </a:cubicBezTo>
                  <a:cubicBezTo>
                    <a:pt x="4258" y="5800"/>
                    <a:pt x="6601" y="2994"/>
                    <a:pt x="9362" y="2736"/>
                  </a:cubicBezTo>
                  <a:cubicBezTo>
                    <a:pt x="9579" y="2716"/>
                    <a:pt x="9918" y="2694"/>
                    <a:pt x="10338" y="2694"/>
                  </a:cubicBezTo>
                  <a:close/>
                  <a:moveTo>
                    <a:pt x="10378" y="1"/>
                  </a:moveTo>
                  <a:cubicBezTo>
                    <a:pt x="9872" y="1"/>
                    <a:pt x="9440" y="28"/>
                    <a:pt x="9113" y="59"/>
                  </a:cubicBezTo>
                  <a:cubicBezTo>
                    <a:pt x="5226" y="421"/>
                    <a:pt x="2088" y="3918"/>
                    <a:pt x="1101" y="6285"/>
                  </a:cubicBezTo>
                  <a:cubicBezTo>
                    <a:pt x="1082" y="6333"/>
                    <a:pt x="1064" y="6381"/>
                    <a:pt x="1051" y="6430"/>
                  </a:cubicBezTo>
                  <a:cubicBezTo>
                    <a:pt x="189" y="9417"/>
                    <a:pt x="1" y="15857"/>
                    <a:pt x="5454" y="18869"/>
                  </a:cubicBezTo>
                  <a:cubicBezTo>
                    <a:pt x="6926" y="19681"/>
                    <a:pt x="8524" y="20086"/>
                    <a:pt x="10125" y="20086"/>
                  </a:cubicBezTo>
                  <a:cubicBezTo>
                    <a:pt x="11909" y="20086"/>
                    <a:pt x="13698" y="19584"/>
                    <a:pt x="15311" y="18581"/>
                  </a:cubicBezTo>
                  <a:cubicBezTo>
                    <a:pt x="18559" y="16567"/>
                    <a:pt x="20469" y="12901"/>
                    <a:pt x="20296" y="9014"/>
                  </a:cubicBezTo>
                  <a:cubicBezTo>
                    <a:pt x="20168" y="6155"/>
                    <a:pt x="19185" y="3905"/>
                    <a:pt x="17379" y="2331"/>
                  </a:cubicBezTo>
                  <a:cubicBezTo>
                    <a:pt x="15138" y="378"/>
                    <a:pt x="12253" y="1"/>
                    <a:pt x="10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55;p52"/>
            <p:cNvSpPr/>
            <p:nvPr/>
          </p:nvSpPr>
          <p:spPr>
            <a:xfrm>
              <a:off x="5065913" y="-1485244"/>
              <a:ext cx="192163" cy="200315"/>
            </a:xfrm>
            <a:custGeom>
              <a:avLst/>
              <a:gdLst/>
              <a:ahLst/>
              <a:cxnLst/>
              <a:rect l="l" t="t" r="r" b="b"/>
              <a:pathLst>
                <a:path w="51761" h="53957" extrusionOk="0">
                  <a:moveTo>
                    <a:pt x="31818" y="2691"/>
                  </a:moveTo>
                  <a:cubicBezTo>
                    <a:pt x="32135" y="2691"/>
                    <a:pt x="32436" y="2707"/>
                    <a:pt x="32723" y="2740"/>
                  </a:cubicBezTo>
                  <a:cubicBezTo>
                    <a:pt x="39473" y="3507"/>
                    <a:pt x="45937" y="6151"/>
                    <a:pt x="47520" y="20194"/>
                  </a:cubicBezTo>
                  <a:cubicBezTo>
                    <a:pt x="48960" y="32928"/>
                    <a:pt x="47715" y="48370"/>
                    <a:pt x="47548" y="50343"/>
                  </a:cubicBezTo>
                  <a:lnTo>
                    <a:pt x="47546" y="50343"/>
                  </a:lnTo>
                  <a:cubicBezTo>
                    <a:pt x="47281" y="50567"/>
                    <a:pt x="46160" y="51267"/>
                    <a:pt x="42466" y="51267"/>
                  </a:cubicBezTo>
                  <a:cubicBezTo>
                    <a:pt x="42138" y="51267"/>
                    <a:pt x="41791" y="51262"/>
                    <a:pt x="41422" y="51250"/>
                  </a:cubicBezTo>
                  <a:cubicBezTo>
                    <a:pt x="36855" y="51098"/>
                    <a:pt x="35584" y="50784"/>
                    <a:pt x="35339" y="50568"/>
                  </a:cubicBezTo>
                  <a:cubicBezTo>
                    <a:pt x="35302" y="50503"/>
                    <a:pt x="35257" y="50260"/>
                    <a:pt x="35226" y="50106"/>
                  </a:cubicBezTo>
                  <a:cubicBezTo>
                    <a:pt x="35203" y="49775"/>
                    <a:pt x="35326" y="48166"/>
                    <a:pt x="35458" y="46464"/>
                  </a:cubicBezTo>
                  <a:cubicBezTo>
                    <a:pt x="36595" y="31656"/>
                    <a:pt x="37011" y="17570"/>
                    <a:pt x="32407" y="14778"/>
                  </a:cubicBezTo>
                  <a:cubicBezTo>
                    <a:pt x="30085" y="13371"/>
                    <a:pt x="27937" y="12676"/>
                    <a:pt x="25893" y="12676"/>
                  </a:cubicBezTo>
                  <a:cubicBezTo>
                    <a:pt x="25178" y="12676"/>
                    <a:pt x="24468" y="12762"/>
                    <a:pt x="23775" y="12933"/>
                  </a:cubicBezTo>
                  <a:cubicBezTo>
                    <a:pt x="20772" y="13676"/>
                    <a:pt x="18147" y="15976"/>
                    <a:pt x="15748" y="19967"/>
                  </a:cubicBezTo>
                  <a:cubicBezTo>
                    <a:pt x="15620" y="20179"/>
                    <a:pt x="15553" y="20424"/>
                    <a:pt x="15557" y="20673"/>
                  </a:cubicBezTo>
                  <a:cubicBezTo>
                    <a:pt x="15702" y="34201"/>
                    <a:pt x="15345" y="48134"/>
                    <a:pt x="15035" y="50416"/>
                  </a:cubicBezTo>
                  <a:cubicBezTo>
                    <a:pt x="14700" y="50546"/>
                    <a:pt x="14059" y="50592"/>
                    <a:pt x="13296" y="50592"/>
                  </a:cubicBezTo>
                  <a:cubicBezTo>
                    <a:pt x="12073" y="50592"/>
                    <a:pt x="10534" y="50473"/>
                    <a:pt x="9429" y="50388"/>
                  </a:cubicBezTo>
                  <a:cubicBezTo>
                    <a:pt x="8068" y="50285"/>
                    <a:pt x="6653" y="50177"/>
                    <a:pt x="5454" y="50177"/>
                  </a:cubicBezTo>
                  <a:cubicBezTo>
                    <a:pt x="5397" y="50177"/>
                    <a:pt x="5341" y="50177"/>
                    <a:pt x="5286" y="50178"/>
                  </a:cubicBezTo>
                  <a:cubicBezTo>
                    <a:pt x="5246" y="50179"/>
                    <a:pt x="5206" y="50179"/>
                    <a:pt x="5166" y="50179"/>
                  </a:cubicBezTo>
                  <a:cubicBezTo>
                    <a:pt x="3507" y="50179"/>
                    <a:pt x="2899" y="49562"/>
                    <a:pt x="2884" y="48970"/>
                  </a:cubicBezTo>
                  <a:cubicBezTo>
                    <a:pt x="2811" y="31944"/>
                    <a:pt x="2746" y="6337"/>
                    <a:pt x="2863" y="3860"/>
                  </a:cubicBezTo>
                  <a:cubicBezTo>
                    <a:pt x="2919" y="3791"/>
                    <a:pt x="3090" y="3628"/>
                    <a:pt x="3538" y="3444"/>
                  </a:cubicBezTo>
                  <a:cubicBezTo>
                    <a:pt x="4779" y="2934"/>
                    <a:pt x="6793" y="2753"/>
                    <a:pt x="8805" y="2753"/>
                  </a:cubicBezTo>
                  <a:cubicBezTo>
                    <a:pt x="11218" y="2753"/>
                    <a:pt x="13627" y="3014"/>
                    <a:pt x="14689" y="3280"/>
                  </a:cubicBezTo>
                  <a:cubicBezTo>
                    <a:pt x="14795" y="3743"/>
                    <a:pt x="14972" y="4819"/>
                    <a:pt x="15137" y="7260"/>
                  </a:cubicBezTo>
                  <a:cubicBezTo>
                    <a:pt x="15188" y="8007"/>
                    <a:pt x="15813" y="8517"/>
                    <a:pt x="16483" y="8517"/>
                  </a:cubicBezTo>
                  <a:cubicBezTo>
                    <a:pt x="16719" y="8517"/>
                    <a:pt x="16959" y="8454"/>
                    <a:pt x="17183" y="8317"/>
                  </a:cubicBezTo>
                  <a:cubicBezTo>
                    <a:pt x="23064" y="4706"/>
                    <a:pt x="28319" y="2691"/>
                    <a:pt x="31818" y="2691"/>
                  </a:cubicBezTo>
                  <a:close/>
                  <a:moveTo>
                    <a:pt x="31791" y="0"/>
                  </a:moveTo>
                  <a:cubicBezTo>
                    <a:pt x="27361" y="0"/>
                    <a:pt x="21985" y="2431"/>
                    <a:pt x="17645" y="4917"/>
                  </a:cubicBezTo>
                  <a:cubicBezTo>
                    <a:pt x="17326" y="1814"/>
                    <a:pt x="16917" y="1274"/>
                    <a:pt x="16187" y="954"/>
                  </a:cubicBezTo>
                  <a:cubicBezTo>
                    <a:pt x="15128" y="482"/>
                    <a:pt x="12064" y="60"/>
                    <a:pt x="8934" y="60"/>
                  </a:cubicBezTo>
                  <a:cubicBezTo>
                    <a:pt x="6394" y="60"/>
                    <a:pt x="3810" y="338"/>
                    <a:pt x="2217" y="1090"/>
                  </a:cubicBezTo>
                  <a:cubicBezTo>
                    <a:pt x="1152" y="1593"/>
                    <a:pt x="487" y="2299"/>
                    <a:pt x="245" y="3182"/>
                  </a:cubicBezTo>
                  <a:cubicBezTo>
                    <a:pt x="184" y="3401"/>
                    <a:pt x="0" y="4064"/>
                    <a:pt x="197" y="48922"/>
                  </a:cubicBezTo>
                  <a:cubicBezTo>
                    <a:pt x="191" y="49067"/>
                    <a:pt x="169" y="50379"/>
                    <a:pt x="1239" y="51477"/>
                  </a:cubicBezTo>
                  <a:cubicBezTo>
                    <a:pt x="2128" y="52397"/>
                    <a:pt x="3468" y="52868"/>
                    <a:pt x="5187" y="52868"/>
                  </a:cubicBezTo>
                  <a:cubicBezTo>
                    <a:pt x="5229" y="52868"/>
                    <a:pt x="5271" y="52868"/>
                    <a:pt x="5314" y="52867"/>
                  </a:cubicBezTo>
                  <a:cubicBezTo>
                    <a:pt x="5391" y="52866"/>
                    <a:pt x="5469" y="52866"/>
                    <a:pt x="5549" y="52866"/>
                  </a:cubicBezTo>
                  <a:cubicBezTo>
                    <a:pt x="6636" y="52866"/>
                    <a:pt x="7947" y="52972"/>
                    <a:pt x="9221" y="53069"/>
                  </a:cubicBezTo>
                  <a:cubicBezTo>
                    <a:pt x="10665" y="53180"/>
                    <a:pt x="12004" y="53283"/>
                    <a:pt x="13171" y="53283"/>
                  </a:cubicBezTo>
                  <a:cubicBezTo>
                    <a:pt x="15342" y="53283"/>
                    <a:pt x="16922" y="52927"/>
                    <a:pt x="17500" y="51605"/>
                  </a:cubicBezTo>
                  <a:cubicBezTo>
                    <a:pt x="18173" y="50070"/>
                    <a:pt x="18346" y="30851"/>
                    <a:pt x="18249" y="21030"/>
                  </a:cubicBezTo>
                  <a:cubicBezTo>
                    <a:pt x="20178" y="17925"/>
                    <a:pt x="22253" y="16082"/>
                    <a:pt x="24420" y="15545"/>
                  </a:cubicBezTo>
                  <a:cubicBezTo>
                    <a:pt x="24893" y="15428"/>
                    <a:pt x="25378" y="15369"/>
                    <a:pt x="25877" y="15369"/>
                  </a:cubicBezTo>
                  <a:cubicBezTo>
                    <a:pt x="27431" y="15369"/>
                    <a:pt x="29127" y="15937"/>
                    <a:pt x="31014" y="17080"/>
                  </a:cubicBezTo>
                  <a:cubicBezTo>
                    <a:pt x="33552" y="18618"/>
                    <a:pt x="34146" y="28434"/>
                    <a:pt x="32777" y="46258"/>
                  </a:cubicBezTo>
                  <a:cubicBezTo>
                    <a:pt x="32539" y="49381"/>
                    <a:pt x="32494" y="50091"/>
                    <a:pt x="32582" y="50568"/>
                  </a:cubicBezTo>
                  <a:cubicBezTo>
                    <a:pt x="33067" y="53205"/>
                    <a:pt x="34375" y="53708"/>
                    <a:pt x="41333" y="53937"/>
                  </a:cubicBezTo>
                  <a:cubicBezTo>
                    <a:pt x="41721" y="53950"/>
                    <a:pt x="42093" y="53957"/>
                    <a:pt x="42448" y="53957"/>
                  </a:cubicBezTo>
                  <a:cubicBezTo>
                    <a:pt x="48999" y="53957"/>
                    <a:pt x="50049" y="51878"/>
                    <a:pt x="50199" y="50877"/>
                  </a:cubicBezTo>
                  <a:cubicBezTo>
                    <a:pt x="50214" y="50708"/>
                    <a:pt x="51760" y="33761"/>
                    <a:pt x="50194" y="19891"/>
                  </a:cubicBezTo>
                  <a:cubicBezTo>
                    <a:pt x="48763" y="7201"/>
                    <a:pt x="43629" y="1272"/>
                    <a:pt x="33028" y="68"/>
                  </a:cubicBezTo>
                  <a:cubicBezTo>
                    <a:pt x="32626" y="22"/>
                    <a:pt x="32212" y="0"/>
                    <a:pt x="317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6333840" y="1484025"/>
            <a:ext cx="1160808" cy="276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000" dirty="0" smtClean="0">
                <a:solidFill>
                  <a:schemeClr val="bg2"/>
                </a:solidFill>
              </a:rPr>
              <a:t>Hoàng Anh Oriole</a:t>
            </a:r>
            <a:endParaRPr lang="en-US" sz="1000" dirty="0">
              <a:solidFill>
                <a:schemeClr val="bg2"/>
              </a:solidFill>
            </a:endParaRPr>
          </a:p>
        </p:txBody>
      </p:sp>
      <p:sp>
        <p:nvSpPr>
          <p:cNvPr id="25" name="Rectangle 24"/>
          <p:cNvSpPr/>
          <p:nvPr/>
        </p:nvSpPr>
        <p:spPr>
          <a:xfrm>
            <a:off x="6348423" y="2239753"/>
            <a:ext cx="1160808" cy="276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000" dirty="0" smtClean="0">
                <a:solidFill>
                  <a:schemeClr val="bg2"/>
                </a:solidFill>
              </a:rPr>
              <a:t>oriole201001</a:t>
            </a:r>
            <a:endParaRPr lang="en-US" sz="1000" dirty="0">
              <a:solidFill>
                <a:schemeClr val="bg2"/>
              </a:solidFill>
            </a:endParaRPr>
          </a:p>
        </p:txBody>
      </p:sp>
      <p:sp>
        <p:nvSpPr>
          <p:cNvPr id="26" name="Rectangle 25"/>
          <p:cNvSpPr/>
          <p:nvPr/>
        </p:nvSpPr>
        <p:spPr>
          <a:xfrm>
            <a:off x="6333840" y="2965068"/>
            <a:ext cx="1160808" cy="276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000" dirty="0" smtClean="0">
                <a:solidFill>
                  <a:schemeClr val="bg2"/>
                </a:solidFill>
              </a:rPr>
              <a:t>oriole</a:t>
            </a:r>
            <a:endParaRPr lang="en-US" sz="1000" dirty="0">
              <a:solidFill>
                <a:schemeClr val="bg2"/>
              </a:solidFill>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0722" y="2395870"/>
            <a:ext cx="1899808" cy="1370912"/>
          </a:xfrm>
          <a:prstGeom prst="rect">
            <a:avLst/>
          </a:prstGeom>
          <a:noFill/>
          <a:ln>
            <a:noFill/>
          </a:ln>
        </p:spPr>
      </p:pic>
      <p:grpSp>
        <p:nvGrpSpPr>
          <p:cNvPr id="28" name="Google Shape;9102;p65"/>
          <p:cNvGrpSpPr/>
          <p:nvPr/>
        </p:nvGrpSpPr>
        <p:grpSpPr>
          <a:xfrm>
            <a:off x="3567238" y="4083663"/>
            <a:ext cx="357720" cy="355148"/>
            <a:chOff x="2496894" y="3680964"/>
            <a:chExt cx="357720" cy="355148"/>
          </a:xfrm>
        </p:grpSpPr>
        <p:sp>
          <p:nvSpPr>
            <p:cNvPr id="29" name="Google Shape;9103;p65"/>
            <p:cNvSpPr/>
            <p:nvPr/>
          </p:nvSpPr>
          <p:spPr>
            <a:xfrm>
              <a:off x="2598224" y="3786549"/>
              <a:ext cx="37852" cy="59763"/>
            </a:xfrm>
            <a:custGeom>
              <a:avLst/>
              <a:gdLst/>
              <a:ahLst/>
              <a:cxnLst/>
              <a:rect l="l" t="t" r="r" b="b"/>
              <a:pathLst>
                <a:path w="1192" h="1882" extrusionOk="0">
                  <a:moveTo>
                    <a:pt x="596" y="0"/>
                  </a:moveTo>
                  <a:cubicBezTo>
                    <a:pt x="275" y="0"/>
                    <a:pt x="1" y="262"/>
                    <a:pt x="1" y="595"/>
                  </a:cubicBezTo>
                  <a:lnTo>
                    <a:pt x="1" y="1286"/>
                  </a:lnTo>
                  <a:cubicBezTo>
                    <a:pt x="1" y="1619"/>
                    <a:pt x="275" y="1881"/>
                    <a:pt x="596" y="1881"/>
                  </a:cubicBezTo>
                  <a:cubicBezTo>
                    <a:pt x="929" y="1881"/>
                    <a:pt x="1191" y="1619"/>
                    <a:pt x="1191" y="1286"/>
                  </a:cubicBezTo>
                  <a:lnTo>
                    <a:pt x="1191" y="679"/>
                  </a:lnTo>
                  <a:cubicBezTo>
                    <a:pt x="1191" y="595"/>
                    <a:pt x="1120" y="512"/>
                    <a:pt x="1037" y="512"/>
                  </a:cubicBezTo>
                  <a:cubicBezTo>
                    <a:pt x="941" y="512"/>
                    <a:pt x="870" y="595"/>
                    <a:pt x="870" y="679"/>
                  </a:cubicBezTo>
                  <a:lnTo>
                    <a:pt x="870" y="1286"/>
                  </a:lnTo>
                  <a:cubicBezTo>
                    <a:pt x="870" y="1441"/>
                    <a:pt x="751" y="1560"/>
                    <a:pt x="596" y="1560"/>
                  </a:cubicBezTo>
                  <a:cubicBezTo>
                    <a:pt x="453" y="1560"/>
                    <a:pt x="334" y="1441"/>
                    <a:pt x="334" y="1286"/>
                  </a:cubicBezTo>
                  <a:lnTo>
                    <a:pt x="334" y="595"/>
                  </a:lnTo>
                  <a:cubicBezTo>
                    <a:pt x="334" y="441"/>
                    <a:pt x="453" y="322"/>
                    <a:pt x="596" y="322"/>
                  </a:cubicBezTo>
                  <a:cubicBezTo>
                    <a:pt x="691" y="322"/>
                    <a:pt x="763" y="250"/>
                    <a:pt x="763" y="155"/>
                  </a:cubicBezTo>
                  <a:cubicBezTo>
                    <a:pt x="763" y="72"/>
                    <a:pt x="691"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104;p65"/>
            <p:cNvSpPr/>
            <p:nvPr/>
          </p:nvSpPr>
          <p:spPr>
            <a:xfrm>
              <a:off x="2715051" y="3786549"/>
              <a:ext cx="37852" cy="59763"/>
            </a:xfrm>
            <a:custGeom>
              <a:avLst/>
              <a:gdLst/>
              <a:ahLst/>
              <a:cxnLst/>
              <a:rect l="l" t="t" r="r" b="b"/>
              <a:pathLst>
                <a:path w="1192" h="1882" extrusionOk="0">
                  <a:moveTo>
                    <a:pt x="596" y="0"/>
                  </a:moveTo>
                  <a:cubicBezTo>
                    <a:pt x="275" y="0"/>
                    <a:pt x="1" y="262"/>
                    <a:pt x="1" y="595"/>
                  </a:cubicBezTo>
                  <a:lnTo>
                    <a:pt x="1" y="1286"/>
                  </a:lnTo>
                  <a:cubicBezTo>
                    <a:pt x="1" y="1619"/>
                    <a:pt x="275" y="1881"/>
                    <a:pt x="596" y="1881"/>
                  </a:cubicBezTo>
                  <a:cubicBezTo>
                    <a:pt x="930" y="1881"/>
                    <a:pt x="1191" y="1619"/>
                    <a:pt x="1191" y="1286"/>
                  </a:cubicBezTo>
                  <a:lnTo>
                    <a:pt x="1191" y="679"/>
                  </a:lnTo>
                  <a:cubicBezTo>
                    <a:pt x="1191" y="595"/>
                    <a:pt x="1120" y="512"/>
                    <a:pt x="1025" y="512"/>
                  </a:cubicBezTo>
                  <a:cubicBezTo>
                    <a:pt x="941" y="512"/>
                    <a:pt x="870" y="595"/>
                    <a:pt x="870" y="679"/>
                  </a:cubicBezTo>
                  <a:lnTo>
                    <a:pt x="870" y="1286"/>
                  </a:lnTo>
                  <a:cubicBezTo>
                    <a:pt x="870" y="1441"/>
                    <a:pt x="751" y="1560"/>
                    <a:pt x="596" y="1560"/>
                  </a:cubicBezTo>
                  <a:cubicBezTo>
                    <a:pt x="453" y="1560"/>
                    <a:pt x="334" y="1441"/>
                    <a:pt x="334" y="1286"/>
                  </a:cubicBezTo>
                  <a:lnTo>
                    <a:pt x="334" y="595"/>
                  </a:lnTo>
                  <a:cubicBezTo>
                    <a:pt x="334" y="441"/>
                    <a:pt x="453" y="322"/>
                    <a:pt x="596" y="322"/>
                  </a:cubicBezTo>
                  <a:cubicBezTo>
                    <a:pt x="691" y="322"/>
                    <a:pt x="763" y="250"/>
                    <a:pt x="763" y="155"/>
                  </a:cubicBezTo>
                  <a:cubicBezTo>
                    <a:pt x="763" y="72"/>
                    <a:pt x="691"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105;p65"/>
            <p:cNvSpPr/>
            <p:nvPr/>
          </p:nvSpPr>
          <p:spPr>
            <a:xfrm>
              <a:off x="2496894" y="3680964"/>
              <a:ext cx="297989" cy="296528"/>
            </a:xfrm>
            <a:custGeom>
              <a:avLst/>
              <a:gdLst/>
              <a:ahLst/>
              <a:cxnLst/>
              <a:rect l="l" t="t" r="r" b="b"/>
              <a:pathLst>
                <a:path w="9384" h="9338" extrusionOk="0">
                  <a:moveTo>
                    <a:pt x="5643" y="0"/>
                  </a:moveTo>
                  <a:cubicBezTo>
                    <a:pt x="5580" y="0"/>
                    <a:pt x="5517" y="1"/>
                    <a:pt x="5454" y="3"/>
                  </a:cubicBezTo>
                  <a:cubicBezTo>
                    <a:pt x="4025" y="51"/>
                    <a:pt x="2692" y="622"/>
                    <a:pt x="1680" y="1634"/>
                  </a:cubicBezTo>
                  <a:cubicBezTo>
                    <a:pt x="668" y="2646"/>
                    <a:pt x="84" y="3992"/>
                    <a:pt x="37" y="5421"/>
                  </a:cubicBezTo>
                  <a:cubicBezTo>
                    <a:pt x="1" y="6849"/>
                    <a:pt x="489" y="8219"/>
                    <a:pt x="1430" y="9278"/>
                  </a:cubicBezTo>
                  <a:cubicBezTo>
                    <a:pt x="1453" y="9302"/>
                    <a:pt x="1501" y="9338"/>
                    <a:pt x="1549" y="9338"/>
                  </a:cubicBezTo>
                  <a:cubicBezTo>
                    <a:pt x="1584" y="9338"/>
                    <a:pt x="1620" y="9314"/>
                    <a:pt x="1644" y="9290"/>
                  </a:cubicBezTo>
                  <a:cubicBezTo>
                    <a:pt x="1727" y="9231"/>
                    <a:pt x="1727" y="9123"/>
                    <a:pt x="1668" y="9052"/>
                  </a:cubicBezTo>
                  <a:cubicBezTo>
                    <a:pt x="787" y="8052"/>
                    <a:pt x="310" y="6754"/>
                    <a:pt x="358" y="5421"/>
                  </a:cubicBezTo>
                  <a:cubicBezTo>
                    <a:pt x="394" y="4075"/>
                    <a:pt x="930" y="2813"/>
                    <a:pt x="1882" y="1861"/>
                  </a:cubicBezTo>
                  <a:cubicBezTo>
                    <a:pt x="2835" y="908"/>
                    <a:pt x="4109" y="360"/>
                    <a:pt x="5442" y="325"/>
                  </a:cubicBezTo>
                  <a:cubicBezTo>
                    <a:pt x="5489" y="323"/>
                    <a:pt x="5536" y="323"/>
                    <a:pt x="5583" y="323"/>
                  </a:cubicBezTo>
                  <a:cubicBezTo>
                    <a:pt x="6877" y="323"/>
                    <a:pt x="8108" y="796"/>
                    <a:pt x="9073" y="1634"/>
                  </a:cubicBezTo>
                  <a:cubicBezTo>
                    <a:pt x="9108" y="1663"/>
                    <a:pt x="9150" y="1678"/>
                    <a:pt x="9191" y="1678"/>
                  </a:cubicBezTo>
                  <a:cubicBezTo>
                    <a:pt x="9236" y="1678"/>
                    <a:pt x="9280" y="1660"/>
                    <a:pt x="9312" y="1623"/>
                  </a:cubicBezTo>
                  <a:cubicBezTo>
                    <a:pt x="9383" y="1551"/>
                    <a:pt x="9383" y="1444"/>
                    <a:pt x="9312" y="1384"/>
                  </a:cubicBezTo>
                  <a:cubicBezTo>
                    <a:pt x="8288" y="486"/>
                    <a:pt x="6992" y="0"/>
                    <a:pt x="5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106;p65"/>
            <p:cNvSpPr/>
            <p:nvPr/>
          </p:nvSpPr>
          <p:spPr>
            <a:xfrm>
              <a:off x="2555895" y="3739075"/>
              <a:ext cx="298719" cy="297036"/>
            </a:xfrm>
            <a:custGeom>
              <a:avLst/>
              <a:gdLst/>
              <a:ahLst/>
              <a:cxnLst/>
              <a:rect l="l" t="t" r="r" b="b"/>
              <a:pathLst>
                <a:path w="9407" h="9354" extrusionOk="0">
                  <a:moveTo>
                    <a:pt x="7840" y="1"/>
                  </a:moveTo>
                  <a:cubicBezTo>
                    <a:pt x="7800" y="1"/>
                    <a:pt x="7760" y="15"/>
                    <a:pt x="7727" y="43"/>
                  </a:cubicBezTo>
                  <a:cubicBezTo>
                    <a:pt x="7644" y="102"/>
                    <a:pt x="7644" y="209"/>
                    <a:pt x="7704" y="281"/>
                  </a:cubicBezTo>
                  <a:cubicBezTo>
                    <a:pt x="8585" y="1281"/>
                    <a:pt x="9061" y="2579"/>
                    <a:pt x="9013" y="3912"/>
                  </a:cubicBezTo>
                  <a:cubicBezTo>
                    <a:pt x="8978" y="5257"/>
                    <a:pt x="8430" y="6520"/>
                    <a:pt x="7489" y="7472"/>
                  </a:cubicBezTo>
                  <a:cubicBezTo>
                    <a:pt x="6537" y="8425"/>
                    <a:pt x="5263" y="8972"/>
                    <a:pt x="3929" y="9008"/>
                  </a:cubicBezTo>
                  <a:cubicBezTo>
                    <a:pt x="3881" y="9009"/>
                    <a:pt x="3833" y="9010"/>
                    <a:pt x="3785" y="9010"/>
                  </a:cubicBezTo>
                  <a:cubicBezTo>
                    <a:pt x="2491" y="9010"/>
                    <a:pt x="1251" y="8548"/>
                    <a:pt x="298" y="7698"/>
                  </a:cubicBezTo>
                  <a:cubicBezTo>
                    <a:pt x="264" y="7670"/>
                    <a:pt x="222" y="7655"/>
                    <a:pt x="180" y="7655"/>
                  </a:cubicBezTo>
                  <a:cubicBezTo>
                    <a:pt x="135" y="7655"/>
                    <a:pt x="91" y="7673"/>
                    <a:pt x="60" y="7710"/>
                  </a:cubicBezTo>
                  <a:cubicBezTo>
                    <a:pt x="0" y="7782"/>
                    <a:pt x="0" y="7889"/>
                    <a:pt x="72" y="7948"/>
                  </a:cubicBezTo>
                  <a:cubicBezTo>
                    <a:pt x="1096" y="8853"/>
                    <a:pt x="2393" y="9353"/>
                    <a:pt x="3763" y="9353"/>
                  </a:cubicBezTo>
                  <a:lnTo>
                    <a:pt x="3929" y="9353"/>
                  </a:lnTo>
                  <a:cubicBezTo>
                    <a:pt x="5358" y="9306"/>
                    <a:pt x="6692" y="8722"/>
                    <a:pt x="7704" y="7710"/>
                  </a:cubicBezTo>
                  <a:cubicBezTo>
                    <a:pt x="8716" y="6698"/>
                    <a:pt x="9299" y="5365"/>
                    <a:pt x="9347" y="3936"/>
                  </a:cubicBezTo>
                  <a:cubicBezTo>
                    <a:pt x="9406" y="2507"/>
                    <a:pt x="8894" y="1126"/>
                    <a:pt x="7966" y="66"/>
                  </a:cubicBezTo>
                  <a:cubicBezTo>
                    <a:pt x="7933" y="21"/>
                    <a:pt x="7887" y="1"/>
                    <a:pt x="78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107;p65"/>
            <p:cNvSpPr/>
            <p:nvPr/>
          </p:nvSpPr>
          <p:spPr>
            <a:xfrm>
              <a:off x="2569867" y="3875336"/>
              <a:ext cx="211393" cy="99139"/>
            </a:xfrm>
            <a:custGeom>
              <a:avLst/>
              <a:gdLst/>
              <a:ahLst/>
              <a:cxnLst/>
              <a:rect l="l" t="t" r="r" b="b"/>
              <a:pathLst>
                <a:path w="6657" h="3122" extrusionOk="0">
                  <a:moveTo>
                    <a:pt x="5692" y="478"/>
                  </a:moveTo>
                  <a:lnTo>
                    <a:pt x="5692" y="478"/>
                  </a:lnTo>
                  <a:cubicBezTo>
                    <a:pt x="5644" y="562"/>
                    <a:pt x="5597" y="657"/>
                    <a:pt x="5537" y="728"/>
                  </a:cubicBezTo>
                  <a:cubicBezTo>
                    <a:pt x="5466" y="859"/>
                    <a:pt x="5311" y="931"/>
                    <a:pt x="5156" y="966"/>
                  </a:cubicBezTo>
                  <a:cubicBezTo>
                    <a:pt x="4537" y="1038"/>
                    <a:pt x="3918" y="1074"/>
                    <a:pt x="3323" y="1074"/>
                  </a:cubicBezTo>
                  <a:cubicBezTo>
                    <a:pt x="2715" y="1074"/>
                    <a:pt x="2096" y="1038"/>
                    <a:pt x="1489" y="966"/>
                  </a:cubicBezTo>
                  <a:cubicBezTo>
                    <a:pt x="1334" y="955"/>
                    <a:pt x="1191" y="859"/>
                    <a:pt x="1108" y="740"/>
                  </a:cubicBezTo>
                  <a:cubicBezTo>
                    <a:pt x="1049" y="657"/>
                    <a:pt x="1001" y="574"/>
                    <a:pt x="953" y="490"/>
                  </a:cubicBezTo>
                  <a:lnTo>
                    <a:pt x="953" y="490"/>
                  </a:lnTo>
                  <a:cubicBezTo>
                    <a:pt x="1727" y="609"/>
                    <a:pt x="2525" y="681"/>
                    <a:pt x="3323" y="681"/>
                  </a:cubicBezTo>
                  <a:cubicBezTo>
                    <a:pt x="4120" y="681"/>
                    <a:pt x="4918" y="609"/>
                    <a:pt x="5692" y="478"/>
                  </a:cubicBezTo>
                  <a:close/>
                  <a:moveTo>
                    <a:pt x="6347" y="324"/>
                  </a:moveTo>
                  <a:cubicBezTo>
                    <a:pt x="6311" y="335"/>
                    <a:pt x="6311" y="335"/>
                    <a:pt x="6311" y="359"/>
                  </a:cubicBezTo>
                  <a:cubicBezTo>
                    <a:pt x="6121" y="1050"/>
                    <a:pt x="5716" y="1681"/>
                    <a:pt x="5180" y="2121"/>
                  </a:cubicBezTo>
                  <a:cubicBezTo>
                    <a:pt x="4644" y="2574"/>
                    <a:pt x="3989" y="2812"/>
                    <a:pt x="3323" y="2812"/>
                  </a:cubicBezTo>
                  <a:cubicBezTo>
                    <a:pt x="2656" y="2812"/>
                    <a:pt x="2001" y="2574"/>
                    <a:pt x="1465" y="2121"/>
                  </a:cubicBezTo>
                  <a:cubicBezTo>
                    <a:pt x="941" y="1693"/>
                    <a:pt x="537" y="1050"/>
                    <a:pt x="334" y="359"/>
                  </a:cubicBezTo>
                  <a:lnTo>
                    <a:pt x="334" y="335"/>
                  </a:lnTo>
                  <a:cubicBezTo>
                    <a:pt x="406" y="359"/>
                    <a:pt x="477" y="371"/>
                    <a:pt x="572" y="395"/>
                  </a:cubicBezTo>
                  <a:cubicBezTo>
                    <a:pt x="644" y="574"/>
                    <a:pt x="739" y="752"/>
                    <a:pt x="834" y="907"/>
                  </a:cubicBezTo>
                  <a:cubicBezTo>
                    <a:pt x="965" y="1109"/>
                    <a:pt x="1203" y="1264"/>
                    <a:pt x="1465" y="1276"/>
                  </a:cubicBezTo>
                  <a:cubicBezTo>
                    <a:pt x="2084" y="1347"/>
                    <a:pt x="2715" y="1383"/>
                    <a:pt x="3335" y="1383"/>
                  </a:cubicBezTo>
                  <a:cubicBezTo>
                    <a:pt x="3954" y="1383"/>
                    <a:pt x="4585" y="1347"/>
                    <a:pt x="5216" y="1276"/>
                  </a:cubicBezTo>
                  <a:cubicBezTo>
                    <a:pt x="5466" y="1240"/>
                    <a:pt x="5704" y="1109"/>
                    <a:pt x="5835" y="883"/>
                  </a:cubicBezTo>
                  <a:cubicBezTo>
                    <a:pt x="5942" y="728"/>
                    <a:pt x="6037" y="562"/>
                    <a:pt x="6109" y="383"/>
                  </a:cubicBezTo>
                  <a:cubicBezTo>
                    <a:pt x="6180" y="371"/>
                    <a:pt x="6252" y="347"/>
                    <a:pt x="6347" y="324"/>
                  </a:cubicBezTo>
                  <a:close/>
                  <a:moveTo>
                    <a:pt x="334" y="0"/>
                  </a:moveTo>
                  <a:cubicBezTo>
                    <a:pt x="256" y="0"/>
                    <a:pt x="181" y="36"/>
                    <a:pt x="120" y="97"/>
                  </a:cubicBezTo>
                  <a:cubicBezTo>
                    <a:pt x="37" y="193"/>
                    <a:pt x="1" y="324"/>
                    <a:pt x="37" y="443"/>
                  </a:cubicBezTo>
                  <a:cubicBezTo>
                    <a:pt x="251" y="1217"/>
                    <a:pt x="668" y="1883"/>
                    <a:pt x="1263" y="2360"/>
                  </a:cubicBezTo>
                  <a:cubicBezTo>
                    <a:pt x="1858" y="2871"/>
                    <a:pt x="2596" y="3122"/>
                    <a:pt x="3335" y="3122"/>
                  </a:cubicBezTo>
                  <a:cubicBezTo>
                    <a:pt x="4097" y="3122"/>
                    <a:pt x="4811" y="2860"/>
                    <a:pt x="5406" y="2360"/>
                  </a:cubicBezTo>
                  <a:cubicBezTo>
                    <a:pt x="5990" y="1871"/>
                    <a:pt x="6418" y="1205"/>
                    <a:pt x="6645" y="443"/>
                  </a:cubicBezTo>
                  <a:cubicBezTo>
                    <a:pt x="6656" y="324"/>
                    <a:pt x="6633" y="193"/>
                    <a:pt x="6549" y="97"/>
                  </a:cubicBezTo>
                  <a:cubicBezTo>
                    <a:pt x="6495" y="43"/>
                    <a:pt x="6412" y="2"/>
                    <a:pt x="6328" y="2"/>
                  </a:cubicBezTo>
                  <a:cubicBezTo>
                    <a:pt x="6302" y="2"/>
                    <a:pt x="6277" y="6"/>
                    <a:pt x="6252" y="14"/>
                  </a:cubicBezTo>
                  <a:cubicBezTo>
                    <a:pt x="5323" y="240"/>
                    <a:pt x="4335" y="359"/>
                    <a:pt x="3335" y="359"/>
                  </a:cubicBezTo>
                  <a:cubicBezTo>
                    <a:pt x="2334" y="359"/>
                    <a:pt x="1346" y="240"/>
                    <a:pt x="418" y="14"/>
                  </a:cubicBezTo>
                  <a:cubicBezTo>
                    <a:pt x="390" y="5"/>
                    <a:pt x="362" y="0"/>
                    <a:pt x="3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1000"/>
                                        <p:tgtEl>
                                          <p:spTgt spid="10"/>
                                        </p:tgtEl>
                                      </p:cBhvr>
                                    </p:animEffect>
                                  </p:childTnLst>
                                </p:cTn>
                              </p:par>
                              <p:par>
                                <p:cTn id="8" presetID="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50" fill="hold"/>
                                        <p:tgtEl>
                                          <p:spTgt spid="4"/>
                                        </p:tgtEl>
                                        <p:attrNameLst>
                                          <p:attrName>ppt_x</p:attrName>
                                        </p:attrNameLst>
                                      </p:cBhvr>
                                      <p:tavLst>
                                        <p:tav tm="0">
                                          <p:val>
                                            <p:strVal val="#ppt_x"/>
                                          </p:val>
                                        </p:tav>
                                        <p:tav tm="100000">
                                          <p:val>
                                            <p:strVal val="#ppt_x"/>
                                          </p:val>
                                        </p:tav>
                                      </p:tavLst>
                                    </p:anim>
                                    <p:anim calcmode="lin" valueType="num">
                                      <p:cBhvr additive="base">
                                        <p:cTn id="11" dur="750" fill="hold"/>
                                        <p:tgtEl>
                                          <p:spTgt spid="4"/>
                                        </p:tgtEl>
                                        <p:attrNameLst>
                                          <p:attrName>ppt_y</p:attrName>
                                        </p:attrNameLst>
                                      </p:cBhvr>
                                      <p:tavLst>
                                        <p:tav tm="0">
                                          <p:val>
                                            <p:strVal val="1+#ppt_h/2"/>
                                          </p:val>
                                        </p:tav>
                                        <p:tav tm="100000">
                                          <p:val>
                                            <p:strVal val="#ppt_y"/>
                                          </p:val>
                                        </p:tav>
                                      </p:tavLst>
                                    </p:anim>
                                  </p:childTnLst>
                                </p:cTn>
                              </p:par>
                              <p:par>
                                <p:cTn id="12" presetID="53" presetClass="entr" presetSubtype="16" fill="hold" nodeType="withEffect">
                                  <p:stCondLst>
                                    <p:cond delay="0"/>
                                  </p:stCondLst>
                                  <p:childTnLst>
                                    <p:set>
                                      <p:cBhvr>
                                        <p:cTn id="13" dur="1" fill="hold">
                                          <p:stCondLst>
                                            <p:cond delay="0"/>
                                          </p:stCondLst>
                                        </p:cTn>
                                        <p:tgtEl>
                                          <p:spTgt spid="431"/>
                                        </p:tgtEl>
                                        <p:attrNameLst>
                                          <p:attrName>style.visibility</p:attrName>
                                        </p:attrNameLst>
                                      </p:cBhvr>
                                      <p:to>
                                        <p:strVal val="visible"/>
                                      </p:to>
                                    </p:set>
                                    <p:anim calcmode="lin" valueType="num">
                                      <p:cBhvr>
                                        <p:cTn id="14" dur="750" fill="hold"/>
                                        <p:tgtEl>
                                          <p:spTgt spid="431"/>
                                        </p:tgtEl>
                                        <p:attrNameLst>
                                          <p:attrName>ppt_w</p:attrName>
                                        </p:attrNameLst>
                                      </p:cBhvr>
                                      <p:tavLst>
                                        <p:tav tm="0">
                                          <p:val>
                                            <p:fltVal val="0"/>
                                          </p:val>
                                        </p:tav>
                                        <p:tav tm="100000">
                                          <p:val>
                                            <p:strVal val="#ppt_w"/>
                                          </p:val>
                                        </p:tav>
                                      </p:tavLst>
                                    </p:anim>
                                    <p:anim calcmode="lin" valueType="num">
                                      <p:cBhvr>
                                        <p:cTn id="15" dur="750" fill="hold"/>
                                        <p:tgtEl>
                                          <p:spTgt spid="431"/>
                                        </p:tgtEl>
                                        <p:attrNameLst>
                                          <p:attrName>ppt_h</p:attrName>
                                        </p:attrNameLst>
                                      </p:cBhvr>
                                      <p:tavLst>
                                        <p:tav tm="0">
                                          <p:val>
                                            <p:fltVal val="0"/>
                                          </p:val>
                                        </p:tav>
                                        <p:tav tm="100000">
                                          <p:val>
                                            <p:strVal val="#ppt_h"/>
                                          </p:val>
                                        </p:tav>
                                      </p:tavLst>
                                    </p:anim>
                                    <p:animEffect transition="in" filter="fade">
                                      <p:cBhvr>
                                        <p:cTn id="16" dur="750"/>
                                        <p:tgtEl>
                                          <p:spTgt spid="431"/>
                                        </p:tgtEl>
                                      </p:cBhvr>
                                    </p:animEffect>
                                  </p:childTnLst>
                                </p:cTn>
                              </p:par>
                              <p:par>
                                <p:cTn id="17" presetID="53" presetClass="entr" presetSubtype="16"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750" fill="hold"/>
                                        <p:tgtEl>
                                          <p:spTgt spid="12"/>
                                        </p:tgtEl>
                                        <p:attrNameLst>
                                          <p:attrName>ppt_w</p:attrName>
                                        </p:attrNameLst>
                                      </p:cBhvr>
                                      <p:tavLst>
                                        <p:tav tm="0">
                                          <p:val>
                                            <p:fltVal val="0"/>
                                          </p:val>
                                        </p:tav>
                                        <p:tav tm="100000">
                                          <p:val>
                                            <p:strVal val="#ppt_w"/>
                                          </p:val>
                                        </p:tav>
                                      </p:tavLst>
                                    </p:anim>
                                    <p:anim calcmode="lin" valueType="num">
                                      <p:cBhvr>
                                        <p:cTn id="20" dur="750" fill="hold"/>
                                        <p:tgtEl>
                                          <p:spTgt spid="12"/>
                                        </p:tgtEl>
                                        <p:attrNameLst>
                                          <p:attrName>ppt_h</p:attrName>
                                        </p:attrNameLst>
                                      </p:cBhvr>
                                      <p:tavLst>
                                        <p:tav tm="0">
                                          <p:val>
                                            <p:fltVal val="0"/>
                                          </p:val>
                                        </p:tav>
                                        <p:tav tm="100000">
                                          <p:val>
                                            <p:strVal val="#ppt_h"/>
                                          </p:val>
                                        </p:tav>
                                      </p:tavLst>
                                    </p:anim>
                                    <p:animEffect transition="in" filter="fade">
                                      <p:cBhvr>
                                        <p:cTn id="21" dur="750"/>
                                        <p:tgtEl>
                                          <p:spTgt spid="12"/>
                                        </p:tgtEl>
                                      </p:cBhvr>
                                    </p:animEffect>
                                  </p:childTnLst>
                                </p:cTn>
                              </p:par>
                              <p:par>
                                <p:cTn id="22" presetID="53" presetClass="entr" presetSubtype="16"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750" fill="hold"/>
                                        <p:tgtEl>
                                          <p:spTgt spid="13"/>
                                        </p:tgtEl>
                                        <p:attrNameLst>
                                          <p:attrName>ppt_w</p:attrName>
                                        </p:attrNameLst>
                                      </p:cBhvr>
                                      <p:tavLst>
                                        <p:tav tm="0">
                                          <p:val>
                                            <p:fltVal val="0"/>
                                          </p:val>
                                        </p:tav>
                                        <p:tav tm="100000">
                                          <p:val>
                                            <p:strVal val="#ppt_w"/>
                                          </p:val>
                                        </p:tav>
                                      </p:tavLst>
                                    </p:anim>
                                    <p:anim calcmode="lin" valueType="num">
                                      <p:cBhvr>
                                        <p:cTn id="25" dur="750" fill="hold"/>
                                        <p:tgtEl>
                                          <p:spTgt spid="13"/>
                                        </p:tgtEl>
                                        <p:attrNameLst>
                                          <p:attrName>ppt_h</p:attrName>
                                        </p:attrNameLst>
                                      </p:cBhvr>
                                      <p:tavLst>
                                        <p:tav tm="0">
                                          <p:val>
                                            <p:fltVal val="0"/>
                                          </p:val>
                                        </p:tav>
                                        <p:tav tm="100000">
                                          <p:val>
                                            <p:strVal val="#ppt_h"/>
                                          </p:val>
                                        </p:tav>
                                      </p:tavLst>
                                    </p:anim>
                                    <p:animEffect transition="in" filter="fade">
                                      <p:cBhvr>
                                        <p:cTn id="26" dur="750"/>
                                        <p:tgtEl>
                                          <p:spTgt spid="13"/>
                                        </p:tgtEl>
                                      </p:cBhvr>
                                    </p:animEffect>
                                  </p:childTnLst>
                                </p:cTn>
                              </p:par>
                              <p:par>
                                <p:cTn id="27" presetID="53" presetClass="entr" presetSubtype="16"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750" fill="hold"/>
                                        <p:tgtEl>
                                          <p:spTgt spid="14"/>
                                        </p:tgtEl>
                                        <p:attrNameLst>
                                          <p:attrName>ppt_w</p:attrName>
                                        </p:attrNameLst>
                                      </p:cBhvr>
                                      <p:tavLst>
                                        <p:tav tm="0">
                                          <p:val>
                                            <p:fltVal val="0"/>
                                          </p:val>
                                        </p:tav>
                                        <p:tav tm="100000">
                                          <p:val>
                                            <p:strVal val="#ppt_w"/>
                                          </p:val>
                                        </p:tav>
                                      </p:tavLst>
                                    </p:anim>
                                    <p:anim calcmode="lin" valueType="num">
                                      <p:cBhvr>
                                        <p:cTn id="30" dur="750" fill="hold"/>
                                        <p:tgtEl>
                                          <p:spTgt spid="14"/>
                                        </p:tgtEl>
                                        <p:attrNameLst>
                                          <p:attrName>ppt_h</p:attrName>
                                        </p:attrNameLst>
                                      </p:cBhvr>
                                      <p:tavLst>
                                        <p:tav tm="0">
                                          <p:val>
                                            <p:fltVal val="0"/>
                                          </p:val>
                                        </p:tav>
                                        <p:tav tm="100000">
                                          <p:val>
                                            <p:strVal val="#ppt_h"/>
                                          </p:val>
                                        </p:tav>
                                      </p:tavLst>
                                    </p:anim>
                                    <p:animEffect transition="in" filter="fade">
                                      <p:cBhvr>
                                        <p:cTn id="31" dur="750"/>
                                        <p:tgtEl>
                                          <p:spTgt spid="14"/>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p:cTn id="34" dur="750" fill="hold"/>
                                        <p:tgtEl>
                                          <p:spTgt spid="15"/>
                                        </p:tgtEl>
                                        <p:attrNameLst>
                                          <p:attrName>ppt_w</p:attrName>
                                        </p:attrNameLst>
                                      </p:cBhvr>
                                      <p:tavLst>
                                        <p:tav tm="0">
                                          <p:val>
                                            <p:fltVal val="0"/>
                                          </p:val>
                                        </p:tav>
                                        <p:tav tm="100000">
                                          <p:val>
                                            <p:strVal val="#ppt_w"/>
                                          </p:val>
                                        </p:tav>
                                      </p:tavLst>
                                    </p:anim>
                                    <p:anim calcmode="lin" valueType="num">
                                      <p:cBhvr>
                                        <p:cTn id="35" dur="750" fill="hold"/>
                                        <p:tgtEl>
                                          <p:spTgt spid="15"/>
                                        </p:tgtEl>
                                        <p:attrNameLst>
                                          <p:attrName>ppt_h</p:attrName>
                                        </p:attrNameLst>
                                      </p:cBhvr>
                                      <p:tavLst>
                                        <p:tav tm="0">
                                          <p:val>
                                            <p:fltVal val="0"/>
                                          </p:val>
                                        </p:tav>
                                        <p:tav tm="100000">
                                          <p:val>
                                            <p:strVal val="#ppt_h"/>
                                          </p:val>
                                        </p:tav>
                                      </p:tavLst>
                                    </p:anim>
                                    <p:animEffect transition="in" filter="fade">
                                      <p:cBhvr>
                                        <p:cTn id="36" dur="750"/>
                                        <p:tgtEl>
                                          <p:spTgt spid="15"/>
                                        </p:tgtEl>
                                      </p:cBhvr>
                                    </p:animEffect>
                                  </p:childTnLst>
                                </p:cTn>
                              </p:par>
                              <p:par>
                                <p:cTn id="37" presetID="53" presetClass="entr" presetSubtype="16"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750" fill="hold"/>
                                        <p:tgtEl>
                                          <p:spTgt spid="16"/>
                                        </p:tgtEl>
                                        <p:attrNameLst>
                                          <p:attrName>ppt_w</p:attrName>
                                        </p:attrNameLst>
                                      </p:cBhvr>
                                      <p:tavLst>
                                        <p:tav tm="0">
                                          <p:val>
                                            <p:fltVal val="0"/>
                                          </p:val>
                                        </p:tav>
                                        <p:tav tm="100000">
                                          <p:val>
                                            <p:strVal val="#ppt_w"/>
                                          </p:val>
                                        </p:tav>
                                      </p:tavLst>
                                    </p:anim>
                                    <p:anim calcmode="lin" valueType="num">
                                      <p:cBhvr>
                                        <p:cTn id="40" dur="750" fill="hold"/>
                                        <p:tgtEl>
                                          <p:spTgt spid="16"/>
                                        </p:tgtEl>
                                        <p:attrNameLst>
                                          <p:attrName>ppt_h</p:attrName>
                                        </p:attrNameLst>
                                      </p:cBhvr>
                                      <p:tavLst>
                                        <p:tav tm="0">
                                          <p:val>
                                            <p:fltVal val="0"/>
                                          </p:val>
                                        </p:tav>
                                        <p:tav tm="100000">
                                          <p:val>
                                            <p:strVal val="#ppt_h"/>
                                          </p:val>
                                        </p:tav>
                                      </p:tavLst>
                                    </p:anim>
                                    <p:animEffect transition="in" filter="fade">
                                      <p:cBhvr>
                                        <p:cTn id="41" dur="750"/>
                                        <p:tgtEl>
                                          <p:spTgt spid="16"/>
                                        </p:tgtEl>
                                      </p:cBhvr>
                                    </p:animEffect>
                                  </p:childTnLst>
                                </p:cTn>
                              </p:par>
                              <p:par>
                                <p:cTn id="42" presetID="53" presetClass="entr" presetSubtype="16"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 calcmode="lin" valueType="num">
                                      <p:cBhvr>
                                        <p:cTn id="44" dur="750" fill="hold"/>
                                        <p:tgtEl>
                                          <p:spTgt spid="20"/>
                                        </p:tgtEl>
                                        <p:attrNameLst>
                                          <p:attrName>ppt_w</p:attrName>
                                        </p:attrNameLst>
                                      </p:cBhvr>
                                      <p:tavLst>
                                        <p:tav tm="0">
                                          <p:val>
                                            <p:fltVal val="0"/>
                                          </p:val>
                                        </p:tav>
                                        <p:tav tm="100000">
                                          <p:val>
                                            <p:strVal val="#ppt_w"/>
                                          </p:val>
                                        </p:tav>
                                      </p:tavLst>
                                    </p:anim>
                                    <p:anim calcmode="lin" valueType="num">
                                      <p:cBhvr>
                                        <p:cTn id="45" dur="750" fill="hold"/>
                                        <p:tgtEl>
                                          <p:spTgt spid="20"/>
                                        </p:tgtEl>
                                        <p:attrNameLst>
                                          <p:attrName>ppt_h</p:attrName>
                                        </p:attrNameLst>
                                      </p:cBhvr>
                                      <p:tavLst>
                                        <p:tav tm="0">
                                          <p:val>
                                            <p:fltVal val="0"/>
                                          </p:val>
                                        </p:tav>
                                        <p:tav tm="100000">
                                          <p:val>
                                            <p:strVal val="#ppt_h"/>
                                          </p:val>
                                        </p:tav>
                                      </p:tavLst>
                                    </p:anim>
                                    <p:animEffect transition="in" filter="fade">
                                      <p:cBhvr>
                                        <p:cTn id="46" dur="750"/>
                                        <p:tgtEl>
                                          <p:spTgt spid="20"/>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750" fill="hold"/>
                                        <p:tgtEl>
                                          <p:spTgt spid="3"/>
                                        </p:tgtEl>
                                        <p:attrNameLst>
                                          <p:attrName>ppt_w</p:attrName>
                                        </p:attrNameLst>
                                      </p:cBhvr>
                                      <p:tavLst>
                                        <p:tav tm="0">
                                          <p:val>
                                            <p:fltVal val="0"/>
                                          </p:val>
                                        </p:tav>
                                        <p:tav tm="100000">
                                          <p:val>
                                            <p:strVal val="#ppt_w"/>
                                          </p:val>
                                        </p:tav>
                                      </p:tavLst>
                                    </p:anim>
                                    <p:anim calcmode="lin" valueType="num">
                                      <p:cBhvr>
                                        <p:cTn id="50" dur="750" fill="hold"/>
                                        <p:tgtEl>
                                          <p:spTgt spid="3"/>
                                        </p:tgtEl>
                                        <p:attrNameLst>
                                          <p:attrName>ppt_h</p:attrName>
                                        </p:attrNameLst>
                                      </p:cBhvr>
                                      <p:tavLst>
                                        <p:tav tm="0">
                                          <p:val>
                                            <p:fltVal val="0"/>
                                          </p:val>
                                        </p:tav>
                                        <p:tav tm="100000">
                                          <p:val>
                                            <p:strVal val="#ppt_h"/>
                                          </p:val>
                                        </p:tav>
                                      </p:tavLst>
                                    </p:anim>
                                    <p:animEffect transition="in" filter="fade">
                                      <p:cBhvr>
                                        <p:cTn id="51" dur="750"/>
                                        <p:tgtEl>
                                          <p:spTgt spid="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p:cTn id="54" dur="750" fill="hold"/>
                                        <p:tgtEl>
                                          <p:spTgt spid="25"/>
                                        </p:tgtEl>
                                        <p:attrNameLst>
                                          <p:attrName>ppt_w</p:attrName>
                                        </p:attrNameLst>
                                      </p:cBhvr>
                                      <p:tavLst>
                                        <p:tav tm="0">
                                          <p:val>
                                            <p:fltVal val="0"/>
                                          </p:val>
                                        </p:tav>
                                        <p:tav tm="100000">
                                          <p:val>
                                            <p:strVal val="#ppt_w"/>
                                          </p:val>
                                        </p:tav>
                                      </p:tavLst>
                                    </p:anim>
                                    <p:anim calcmode="lin" valueType="num">
                                      <p:cBhvr>
                                        <p:cTn id="55" dur="750" fill="hold"/>
                                        <p:tgtEl>
                                          <p:spTgt spid="25"/>
                                        </p:tgtEl>
                                        <p:attrNameLst>
                                          <p:attrName>ppt_h</p:attrName>
                                        </p:attrNameLst>
                                      </p:cBhvr>
                                      <p:tavLst>
                                        <p:tav tm="0">
                                          <p:val>
                                            <p:fltVal val="0"/>
                                          </p:val>
                                        </p:tav>
                                        <p:tav tm="100000">
                                          <p:val>
                                            <p:strVal val="#ppt_h"/>
                                          </p:val>
                                        </p:tav>
                                      </p:tavLst>
                                    </p:anim>
                                    <p:animEffect transition="in" filter="fade">
                                      <p:cBhvr>
                                        <p:cTn id="56" dur="750"/>
                                        <p:tgtEl>
                                          <p:spTgt spid="25"/>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p:cTn id="59" dur="750" fill="hold"/>
                                        <p:tgtEl>
                                          <p:spTgt spid="26"/>
                                        </p:tgtEl>
                                        <p:attrNameLst>
                                          <p:attrName>ppt_w</p:attrName>
                                        </p:attrNameLst>
                                      </p:cBhvr>
                                      <p:tavLst>
                                        <p:tav tm="0">
                                          <p:val>
                                            <p:fltVal val="0"/>
                                          </p:val>
                                        </p:tav>
                                        <p:tav tm="100000">
                                          <p:val>
                                            <p:strVal val="#ppt_w"/>
                                          </p:val>
                                        </p:tav>
                                      </p:tavLst>
                                    </p:anim>
                                    <p:anim calcmode="lin" valueType="num">
                                      <p:cBhvr>
                                        <p:cTn id="60" dur="750" fill="hold"/>
                                        <p:tgtEl>
                                          <p:spTgt spid="26"/>
                                        </p:tgtEl>
                                        <p:attrNameLst>
                                          <p:attrName>ppt_h</p:attrName>
                                        </p:attrNameLst>
                                      </p:cBhvr>
                                      <p:tavLst>
                                        <p:tav tm="0">
                                          <p:val>
                                            <p:fltVal val="0"/>
                                          </p:val>
                                        </p:tav>
                                        <p:tav tm="100000">
                                          <p:val>
                                            <p:strVal val="#ppt_h"/>
                                          </p:val>
                                        </p:tav>
                                      </p:tavLst>
                                    </p:anim>
                                    <p:animEffect transition="in" filter="fade">
                                      <p:cBhvr>
                                        <p:cTn id="61" dur="750"/>
                                        <p:tgtEl>
                                          <p:spTgt spid="26"/>
                                        </p:tgtEl>
                                      </p:cBhvr>
                                    </p:animEffect>
                                  </p:childTnLst>
                                </p:cTn>
                              </p:par>
                              <p:par>
                                <p:cTn id="62" presetID="2" presetClass="entr" presetSubtype="4"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additive="base">
                                        <p:cTn id="64" dur="500" fill="hold"/>
                                        <p:tgtEl>
                                          <p:spTgt spid="28"/>
                                        </p:tgtEl>
                                        <p:attrNameLst>
                                          <p:attrName>ppt_x</p:attrName>
                                        </p:attrNameLst>
                                      </p:cBhvr>
                                      <p:tavLst>
                                        <p:tav tm="0">
                                          <p:val>
                                            <p:strVal val="#ppt_x"/>
                                          </p:val>
                                        </p:tav>
                                        <p:tav tm="100000">
                                          <p:val>
                                            <p:strVal val="#ppt_x"/>
                                          </p:val>
                                        </p:tav>
                                      </p:tavLst>
                                    </p:anim>
                                    <p:anim calcmode="lin" valueType="num">
                                      <p:cBhvr additive="base">
                                        <p:cTn id="6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animBg="1"/>
      <p:bldP spid="3" grpId="0"/>
      <p:bldP spid="25" grpId="0"/>
      <p:bldP spid="26" grpId="0"/>
    </p:bldLst>
  </p:timing>
</p:sld>
</file>

<file path=ppt/theme/theme1.xml><?xml version="1.0" encoding="utf-8"?>
<a:theme xmlns:a="http://schemas.openxmlformats.org/drawingml/2006/main" name="Notebook Lesson by Slidesgo">
  <a:themeElements>
    <a:clrScheme name="Simple Light">
      <a:dk1>
        <a:srgbClr val="595959"/>
      </a:dk1>
      <a:lt1>
        <a:srgbClr val="F1C232"/>
      </a:lt1>
      <a:dk2>
        <a:srgbClr val="595959"/>
      </a:dk2>
      <a:lt2>
        <a:srgbClr val="A8D68C"/>
      </a:lt2>
      <a:accent1>
        <a:srgbClr val="F1C232"/>
      </a:accent1>
      <a:accent2>
        <a:srgbClr val="B44141"/>
      </a:accent2>
      <a:accent3>
        <a:srgbClr val="F1C232"/>
      </a:accent3>
      <a:accent4>
        <a:srgbClr val="DF7070"/>
      </a:accent4>
      <a:accent5>
        <a:srgbClr val="7A9E64"/>
      </a:accent5>
      <a:accent6>
        <a:srgbClr val="595959"/>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515</TotalTime>
  <Words>1042</Words>
  <Application>Microsoft Office PowerPoint</Application>
  <PresentationFormat>On-screen Show (16:9)</PresentationFormat>
  <Paragraphs>129</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Amatic SC</vt:lpstr>
      <vt:lpstr>Anonymous Pro</vt:lpstr>
      <vt:lpstr>Roboto Mono Medium</vt:lpstr>
      <vt:lpstr>Concert One</vt:lpstr>
      <vt:lpstr>Coming Soon</vt:lpstr>
      <vt:lpstr>Arial Unicode MS</vt:lpstr>
      <vt:lpstr>Calibri</vt:lpstr>
      <vt:lpstr>Times New Roman</vt:lpstr>
      <vt:lpstr>Notebook Lesson by Slidesgo</vt:lpstr>
      <vt:lpstr>TRƯỜNG ĐẠI HỌC SƯ PHẠM KỸ THUẬT HƯNG YÊN KHOA CÔNG NGHỆ THÔNG TIN </vt:lpstr>
      <vt:lpstr>PowerPoint Presentation</vt:lpstr>
      <vt:lpstr>Nội dung thực hiện</vt:lpstr>
      <vt:lpstr>01</vt:lpstr>
      <vt:lpstr>Lý do chọn đề tài</vt:lpstr>
      <vt:lpstr>02</vt:lpstr>
      <vt:lpstr>Theo IEEE, chất lượng phần mềm là:  - Mức độ mà một hệ thống,thành phần hoặc một tiến trình đạt được yêu cầu đã đặc tả. - Mức độ mà một hệ thống,thành phần hoặc một tiến trình đạt được những nhu cầu hay mong đợi của khách hàng hoặc người sử dụng. </vt:lpstr>
      <vt:lpstr>Các tiêu chí ĐBCLPM</vt:lpstr>
      <vt:lpstr>Một số chuẩn quản lý CLPM</vt:lpstr>
      <vt:lpstr>Tổng quan về Jira</vt:lpstr>
      <vt:lpstr>Tính năng chính của Jira</vt:lpstr>
      <vt:lpstr>Các thành phần cơ bản của Jira</vt:lpstr>
      <vt:lpstr>Các thuật ngữ cần biết</vt:lpstr>
      <vt:lpstr>Ưu điểm</vt:lpstr>
      <vt:lpstr>03</vt:lpstr>
      <vt:lpstr>Cài đặt công cụ &amp; Cách sử dụng</vt:lpstr>
      <vt:lpstr>Áp dụng vào Đồ án 2:</vt:lpstr>
      <vt:lpstr>Áp dụng vào Đồ án 2:</vt:lpstr>
      <vt:lpstr>Áp dụng vào Đồ án 2:</vt:lpstr>
      <vt:lpstr>Áp dụng vào Đồ án 2:</vt:lpstr>
      <vt:lpstr>04</vt:lpstr>
      <vt:lpstr>Kết quả đạt được</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SƯ PHẠM KỸ THUẬT HƯNG YÊN KHOA CÔNG NGHỆ THÔNG TIN </dc:title>
  <cp:lastModifiedBy>Microsoft account</cp:lastModifiedBy>
  <cp:revision>41</cp:revision>
  <dcterms:modified xsi:type="dcterms:W3CDTF">2021-12-29T08:13:57Z</dcterms:modified>
</cp:coreProperties>
</file>